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43fe714997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43fe714997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9037e72cb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9037e72cb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9037de730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9037de730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itle slide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68000" y="1926000"/>
            <a:ext cx="5832000" cy="216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9275" y="4302000"/>
            <a:ext cx="5832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469275" y="630000"/>
            <a:ext cx="1078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</a:rPr>
              <a:t>2025-11-07</a:t>
            </a:r>
            <a:endParaRPr sz="900">
              <a:solidFill>
                <a:schemeClr val="accent1"/>
              </a:solidFill>
            </a:endParaRPr>
          </a:p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252009" y="4841701"/>
            <a:ext cx="219600" cy="301800"/>
          </a:xfrm>
          <a:prstGeom prst="rect">
            <a:avLst/>
          </a:prstGeom>
        </p:spPr>
        <p:txBody>
          <a:bodyPr anchorCtr="0" anchor="t" bIns="0" lIns="0" spcFirstLastPara="1" rIns="0" wrap="square" tIns="365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7167" y="555151"/>
            <a:ext cx="1727831" cy="414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slide and image">
  <p:cSld name="TITLE_1">
    <p:bg>
      <p:bgPr>
        <a:solidFill>
          <a:schemeClr val="dk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7167" y="555151"/>
            <a:ext cx="1727831" cy="41493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ctrTitle"/>
          </p:nvPr>
        </p:nvSpPr>
        <p:spPr>
          <a:xfrm>
            <a:off x="468000" y="1926000"/>
            <a:ext cx="4104000" cy="216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69275" y="4302000"/>
            <a:ext cx="4104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/>
        </p:nvSpPr>
        <p:spPr>
          <a:xfrm>
            <a:off x="469275" y="630000"/>
            <a:ext cx="1078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</a:rPr>
              <a:t>2025-09-05</a:t>
            </a:r>
            <a:endParaRPr sz="900">
              <a:solidFill>
                <a:schemeClr val="accent1"/>
              </a:solidFill>
            </a:endParaRPr>
          </a:p>
        </p:txBody>
      </p:sp>
      <p:sp>
        <p:nvSpPr>
          <p:cNvPr id="20" name="Google Shape;20;p3"/>
          <p:cNvSpPr/>
          <p:nvPr>
            <p:ph idx="2" type="pic"/>
          </p:nvPr>
        </p:nvSpPr>
        <p:spPr>
          <a:xfrm>
            <a:off x="5004000" y="0"/>
            <a:ext cx="4143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252009" y="4841701"/>
            <a:ext cx="219600" cy="301800"/>
          </a:xfrm>
          <a:prstGeom prst="rect">
            <a:avLst/>
          </a:prstGeom>
        </p:spPr>
        <p:txBody>
          <a:bodyPr anchorCtr="0" anchor="t" bIns="0" lIns="0" spcFirstLastPara="1" rIns="0" wrap="square" tIns="365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 triad">
  <p:cSld name="CUSTOM_2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468025" y="1926000"/>
            <a:ext cx="3888000" cy="864000"/>
          </a:xfrm>
          <a:prstGeom prst="rect">
            <a:avLst/>
          </a:prstGeom>
        </p:spPr>
        <p:txBody>
          <a:bodyPr anchorCtr="0" anchor="b" bIns="7200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2" type="body"/>
          </p:nvPr>
        </p:nvSpPr>
        <p:spPr>
          <a:xfrm>
            <a:off x="468000" y="3222000"/>
            <a:ext cx="432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3" type="body"/>
          </p:nvPr>
        </p:nvSpPr>
        <p:spPr>
          <a:xfrm>
            <a:off x="468000" y="3438000"/>
            <a:ext cx="194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b="1"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b="1"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b="1"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b="1"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b="1"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b="1"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b="1"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b="1"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500"/>
              <a:buChar char="■"/>
              <a:defRPr b="1"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4" type="body"/>
          </p:nvPr>
        </p:nvSpPr>
        <p:spPr>
          <a:xfrm>
            <a:off x="468000" y="3870000"/>
            <a:ext cx="1944000" cy="648000"/>
          </a:xfrm>
          <a:prstGeom prst="rect">
            <a:avLst/>
          </a:prstGeom>
        </p:spPr>
        <p:txBody>
          <a:bodyPr anchorCtr="0" anchor="t" bIns="0" lIns="0" spcFirstLastPara="1" rIns="0" wrap="square" tIns="108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5" type="body"/>
          </p:nvPr>
        </p:nvSpPr>
        <p:spPr>
          <a:xfrm>
            <a:off x="2844000" y="3222000"/>
            <a:ext cx="432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6" type="body"/>
          </p:nvPr>
        </p:nvSpPr>
        <p:spPr>
          <a:xfrm>
            <a:off x="2844000" y="3438000"/>
            <a:ext cx="194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b="1"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b="1"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b="1"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b="1"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b="1"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b="1"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b="1"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b="1"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500"/>
              <a:buChar char="■"/>
              <a:defRPr b="1"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7" type="body"/>
          </p:nvPr>
        </p:nvSpPr>
        <p:spPr>
          <a:xfrm>
            <a:off x="2844000" y="3870000"/>
            <a:ext cx="1944000" cy="648000"/>
          </a:xfrm>
          <a:prstGeom prst="rect">
            <a:avLst/>
          </a:prstGeom>
        </p:spPr>
        <p:txBody>
          <a:bodyPr anchorCtr="0" anchor="t" bIns="0" lIns="0" spcFirstLastPara="1" rIns="0" wrap="square" tIns="108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8" type="body"/>
          </p:nvPr>
        </p:nvSpPr>
        <p:spPr>
          <a:xfrm>
            <a:off x="5220000" y="3222000"/>
            <a:ext cx="432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9" type="body"/>
          </p:nvPr>
        </p:nvSpPr>
        <p:spPr>
          <a:xfrm>
            <a:off x="5220000" y="3438000"/>
            <a:ext cx="194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b="1"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b="1"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b="1"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b="1"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b="1"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b="1"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b="1"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b="1"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500"/>
              <a:buChar char="■"/>
              <a:defRPr b="1"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3" type="body"/>
          </p:nvPr>
        </p:nvSpPr>
        <p:spPr>
          <a:xfrm>
            <a:off x="5220000" y="3870000"/>
            <a:ext cx="1944000" cy="648000"/>
          </a:xfrm>
          <a:prstGeom prst="rect">
            <a:avLst/>
          </a:prstGeom>
        </p:spPr>
        <p:txBody>
          <a:bodyPr anchorCtr="0" anchor="t" bIns="0" lIns="0" spcFirstLastPara="1" rIns="0" wrap="square" tIns="108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8" name="Google Shape;3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Agenda list">
  <p:cSld name="CUSTOM_2_3">
    <p:bg>
      <p:bgPr>
        <a:solidFill>
          <a:schemeClr val="dk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5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468025" y="198000"/>
            <a:ext cx="3888000" cy="864000"/>
          </a:xfrm>
          <a:prstGeom prst="rect">
            <a:avLst/>
          </a:prstGeom>
        </p:spPr>
        <p:txBody>
          <a:bodyPr anchorCtr="0" anchor="b" bIns="7200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468000" y="1710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3" type="body"/>
          </p:nvPr>
        </p:nvSpPr>
        <p:spPr>
          <a:xfrm>
            <a:off x="900000" y="1710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4" type="body"/>
          </p:nvPr>
        </p:nvSpPr>
        <p:spPr>
          <a:xfrm>
            <a:off x="468000" y="2358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5" type="body"/>
          </p:nvPr>
        </p:nvSpPr>
        <p:spPr>
          <a:xfrm>
            <a:off x="900000" y="2358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6" type="body"/>
          </p:nvPr>
        </p:nvSpPr>
        <p:spPr>
          <a:xfrm>
            <a:off x="468000" y="3006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7" type="body"/>
          </p:nvPr>
        </p:nvSpPr>
        <p:spPr>
          <a:xfrm>
            <a:off x="900000" y="3006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8" type="body"/>
          </p:nvPr>
        </p:nvSpPr>
        <p:spPr>
          <a:xfrm>
            <a:off x="468000" y="3654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9" type="body"/>
          </p:nvPr>
        </p:nvSpPr>
        <p:spPr>
          <a:xfrm>
            <a:off x="900000" y="3654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13" type="body"/>
          </p:nvPr>
        </p:nvSpPr>
        <p:spPr>
          <a:xfrm>
            <a:off x="4572000" y="1710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4" type="body"/>
          </p:nvPr>
        </p:nvSpPr>
        <p:spPr>
          <a:xfrm>
            <a:off x="5004000" y="1710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15" type="body"/>
          </p:nvPr>
        </p:nvSpPr>
        <p:spPr>
          <a:xfrm>
            <a:off x="4572000" y="2358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16" type="body"/>
          </p:nvPr>
        </p:nvSpPr>
        <p:spPr>
          <a:xfrm>
            <a:off x="5004000" y="2358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7" type="body"/>
          </p:nvPr>
        </p:nvSpPr>
        <p:spPr>
          <a:xfrm>
            <a:off x="4572000" y="3006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8" type="body"/>
          </p:nvPr>
        </p:nvSpPr>
        <p:spPr>
          <a:xfrm>
            <a:off x="5004000" y="3006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9" type="body"/>
          </p:nvPr>
        </p:nvSpPr>
        <p:spPr>
          <a:xfrm>
            <a:off x="4572000" y="3654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20" type="body"/>
          </p:nvPr>
        </p:nvSpPr>
        <p:spPr>
          <a:xfrm>
            <a:off x="5004000" y="3654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2" name="Google Shape;6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Divider">
  <p:cSld name="CUSTOM_2_2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6"/>
          <p:cNvSpPr txBox="1"/>
          <p:nvPr/>
        </p:nvSpPr>
        <p:spPr>
          <a:xfrm>
            <a:off x="1116000" y="4841100"/>
            <a:ext cx="367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468025" y="4734000"/>
            <a:ext cx="432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type="ctrTitle"/>
          </p:nvPr>
        </p:nvSpPr>
        <p:spPr>
          <a:xfrm>
            <a:off x="468000" y="1062000"/>
            <a:ext cx="4320000" cy="28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2" type="subTitle"/>
          </p:nvPr>
        </p:nvSpPr>
        <p:spPr>
          <a:xfrm>
            <a:off x="469275" y="630000"/>
            <a:ext cx="4320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5004000" y="1062000"/>
            <a:ext cx="4896000" cy="40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500"/>
              <a:buNone/>
              <a:defRPr b="1" sz="34500">
                <a:solidFill>
                  <a:schemeClr val="accent4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4500"/>
              <a:buNone/>
              <a:defRPr b="1" sz="34500">
                <a:solidFill>
                  <a:schemeClr val="accent4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4500"/>
              <a:buNone/>
              <a:defRPr b="1" sz="34500">
                <a:solidFill>
                  <a:schemeClr val="accent4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4500"/>
              <a:buNone/>
              <a:defRPr b="1" sz="34500">
                <a:solidFill>
                  <a:schemeClr val="accent4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4500"/>
              <a:buNone/>
              <a:defRPr b="1" sz="34500">
                <a:solidFill>
                  <a:schemeClr val="accent4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4500"/>
              <a:buNone/>
              <a:defRPr b="1" sz="34500">
                <a:solidFill>
                  <a:schemeClr val="accent4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4500"/>
              <a:buNone/>
              <a:defRPr b="1" sz="34500">
                <a:solidFill>
                  <a:schemeClr val="accent4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4500"/>
              <a:buNone/>
              <a:defRPr b="1" sz="34500">
                <a:solidFill>
                  <a:schemeClr val="accent4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ts val="34500"/>
              <a:buNone/>
              <a:defRPr b="1" sz="34500">
                <a:solidFill>
                  <a:schemeClr val="accent4"/>
                </a:solidFill>
              </a:defRPr>
            </a:lvl9pPr>
          </a:lstStyle>
          <a:p/>
        </p:txBody>
      </p:sp>
      <p:pic>
        <p:nvPicPr>
          <p:cNvPr id="71" name="Google Shape;7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Title">
  <p:cSld name="CUSTOM_2_2_1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7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77" name="Google Shape;77;p7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2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pic>
        <p:nvPicPr>
          <p:cNvPr id="80" name="Google Shape;8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Title and text">
  <p:cSld name="CUSTOM_2_2_1_1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8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86" name="Google Shape;86;p8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2" type="body"/>
          </p:nvPr>
        </p:nvSpPr>
        <p:spPr>
          <a:xfrm>
            <a:off x="468000" y="1278000"/>
            <a:ext cx="6480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8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pic>
        <p:nvPicPr>
          <p:cNvPr id="90" name="Google Shape;9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Title and 2x text">
  <p:cSld name="CUSTOM_2_2_1_1_1"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9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2" type="body"/>
          </p:nvPr>
        </p:nvSpPr>
        <p:spPr>
          <a:xfrm>
            <a:off x="468000" y="1278000"/>
            <a:ext cx="3888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4" type="body"/>
          </p:nvPr>
        </p:nvSpPr>
        <p:spPr>
          <a:xfrm>
            <a:off x="4788000" y="1278000"/>
            <a:ext cx="3888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01" name="Google Shape;10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 Text and highlight area 1/3">
  <p:cSld name="CUSTOM_2_2_1_1_2"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6084000" y="225"/>
            <a:ext cx="306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0"/>
          <p:cNvSpPr txBox="1"/>
          <p:nvPr/>
        </p:nvSpPr>
        <p:spPr>
          <a:xfrm>
            <a:off x="1116000" y="4841100"/>
            <a:ext cx="4536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107" name="Google Shape;107;p10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108" name="Google Shape;108;p10"/>
          <p:cNvSpPr txBox="1"/>
          <p:nvPr>
            <p:ph idx="1" type="body"/>
          </p:nvPr>
        </p:nvSpPr>
        <p:spPr>
          <a:xfrm>
            <a:off x="468025" y="4734000"/>
            <a:ext cx="5184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09" name="Google Shape;109;p10"/>
          <p:cNvSpPr txBox="1"/>
          <p:nvPr>
            <p:ph type="title"/>
          </p:nvPr>
        </p:nvSpPr>
        <p:spPr>
          <a:xfrm>
            <a:off x="468020" y="414000"/>
            <a:ext cx="5184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468000" y="1278000"/>
            <a:ext cx="5184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0"/>
          <p:cNvSpPr txBox="1"/>
          <p:nvPr>
            <p:ph idx="3" type="subTitle"/>
          </p:nvPr>
        </p:nvSpPr>
        <p:spPr>
          <a:xfrm>
            <a:off x="468000" y="198000"/>
            <a:ext cx="5184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pic>
        <p:nvPicPr>
          <p:cNvPr id="112" name="Google Shape;11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 Text and highlight area 1/2">
  <p:cSld name="CUSTOM_2_2_1_1_2_1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/>
          <p:nvPr/>
        </p:nvSpPr>
        <p:spPr>
          <a:xfrm>
            <a:off x="4572000" y="2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1116000" y="4841100"/>
            <a:ext cx="3240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119" name="Google Shape;119;p11"/>
          <p:cNvSpPr txBox="1"/>
          <p:nvPr>
            <p:ph idx="1" type="body"/>
          </p:nvPr>
        </p:nvSpPr>
        <p:spPr>
          <a:xfrm>
            <a:off x="468019" y="4734000"/>
            <a:ext cx="3888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20" name="Google Shape;120;p11"/>
          <p:cNvSpPr txBox="1"/>
          <p:nvPr>
            <p:ph type="title"/>
          </p:nvPr>
        </p:nvSpPr>
        <p:spPr>
          <a:xfrm>
            <a:off x="468015" y="414000"/>
            <a:ext cx="3888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1"/>
          <p:cNvSpPr txBox="1"/>
          <p:nvPr>
            <p:ph idx="2" type="body"/>
          </p:nvPr>
        </p:nvSpPr>
        <p:spPr>
          <a:xfrm>
            <a:off x="468000" y="1278000"/>
            <a:ext cx="3888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1"/>
          <p:cNvSpPr txBox="1"/>
          <p:nvPr>
            <p:ph idx="3" type="subTitle"/>
          </p:nvPr>
        </p:nvSpPr>
        <p:spPr>
          <a:xfrm>
            <a:off x="468000" y="198000"/>
            <a:ext cx="3888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pic>
        <p:nvPicPr>
          <p:cNvPr id="123" name="Google Shape;12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Title and content boxes">
  <p:cSld name="CUSTOM_2_2_1_1_3"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2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129" name="Google Shape;129;p12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30" name="Google Shape;130;p12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2"/>
          <p:cNvSpPr txBox="1"/>
          <p:nvPr>
            <p:ph idx="2" type="body"/>
          </p:nvPr>
        </p:nvSpPr>
        <p:spPr>
          <a:xfrm>
            <a:off x="468000" y="1278000"/>
            <a:ext cx="2592000" cy="15120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2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12"/>
          <p:cNvSpPr txBox="1"/>
          <p:nvPr>
            <p:ph idx="4" type="body"/>
          </p:nvPr>
        </p:nvSpPr>
        <p:spPr>
          <a:xfrm>
            <a:off x="3276000" y="1278000"/>
            <a:ext cx="2592000" cy="15120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2"/>
          <p:cNvSpPr txBox="1"/>
          <p:nvPr>
            <p:ph idx="5" type="body"/>
          </p:nvPr>
        </p:nvSpPr>
        <p:spPr>
          <a:xfrm>
            <a:off x="6084000" y="1278000"/>
            <a:ext cx="2592000" cy="15120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2"/>
          <p:cNvSpPr txBox="1"/>
          <p:nvPr>
            <p:ph idx="6" type="body"/>
          </p:nvPr>
        </p:nvSpPr>
        <p:spPr>
          <a:xfrm>
            <a:off x="468000" y="3006000"/>
            <a:ext cx="2592000" cy="15120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2"/>
          <p:cNvSpPr txBox="1"/>
          <p:nvPr>
            <p:ph idx="7" type="body"/>
          </p:nvPr>
        </p:nvSpPr>
        <p:spPr>
          <a:xfrm>
            <a:off x="3276000" y="3006000"/>
            <a:ext cx="2592000" cy="15120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2"/>
          <p:cNvSpPr txBox="1"/>
          <p:nvPr>
            <p:ph idx="8" type="body"/>
          </p:nvPr>
        </p:nvSpPr>
        <p:spPr>
          <a:xfrm>
            <a:off x="6084000" y="3006000"/>
            <a:ext cx="2592000" cy="15120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8" name="Google Shape;13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Text and image">
  <p:cSld name="CUSTOM_2_2_1_1_4"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3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1116000" y="4841100"/>
            <a:ext cx="3240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468025" y="4734000"/>
            <a:ext cx="3888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46" name="Google Shape;146;p13"/>
          <p:cNvSpPr txBox="1"/>
          <p:nvPr>
            <p:ph type="title"/>
          </p:nvPr>
        </p:nvSpPr>
        <p:spPr>
          <a:xfrm>
            <a:off x="468015" y="414000"/>
            <a:ext cx="3888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3"/>
          <p:cNvSpPr txBox="1"/>
          <p:nvPr>
            <p:ph idx="2" type="body"/>
          </p:nvPr>
        </p:nvSpPr>
        <p:spPr>
          <a:xfrm>
            <a:off x="468000" y="1278000"/>
            <a:ext cx="3888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13"/>
          <p:cNvSpPr txBox="1"/>
          <p:nvPr>
            <p:ph idx="3" type="subTitle"/>
          </p:nvPr>
        </p:nvSpPr>
        <p:spPr>
          <a:xfrm>
            <a:off x="468000" y="198000"/>
            <a:ext cx="3888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13"/>
          <p:cNvSpPr/>
          <p:nvPr>
            <p:ph idx="4" type="pic"/>
          </p:nvPr>
        </p:nvSpPr>
        <p:spPr>
          <a:xfrm>
            <a:off x="4572000" y="0"/>
            <a:ext cx="45756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Text and two images">
  <p:cSld name="CUSTOM_2_2_1_1_4_1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/>
          <p:nvPr>
            <p:ph idx="2" type="pic"/>
          </p:nvPr>
        </p:nvSpPr>
        <p:spPr>
          <a:xfrm>
            <a:off x="4572000" y="0"/>
            <a:ext cx="4575600" cy="25776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4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1116000" y="4841100"/>
            <a:ext cx="3240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157" name="Google Shape;157;p14"/>
          <p:cNvSpPr txBox="1"/>
          <p:nvPr>
            <p:ph idx="1" type="body"/>
          </p:nvPr>
        </p:nvSpPr>
        <p:spPr>
          <a:xfrm>
            <a:off x="468025" y="4734000"/>
            <a:ext cx="3888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58" name="Google Shape;158;p14"/>
          <p:cNvSpPr txBox="1"/>
          <p:nvPr>
            <p:ph type="title"/>
          </p:nvPr>
        </p:nvSpPr>
        <p:spPr>
          <a:xfrm>
            <a:off x="468015" y="414000"/>
            <a:ext cx="3888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14"/>
          <p:cNvSpPr txBox="1"/>
          <p:nvPr>
            <p:ph idx="3" type="body"/>
          </p:nvPr>
        </p:nvSpPr>
        <p:spPr>
          <a:xfrm>
            <a:off x="468000" y="1278000"/>
            <a:ext cx="3888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14"/>
          <p:cNvSpPr txBox="1"/>
          <p:nvPr>
            <p:ph idx="4" type="subTitle"/>
          </p:nvPr>
        </p:nvSpPr>
        <p:spPr>
          <a:xfrm>
            <a:off x="468000" y="198000"/>
            <a:ext cx="3888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14"/>
          <p:cNvSpPr/>
          <p:nvPr>
            <p:ph idx="5" type="pic"/>
          </p:nvPr>
        </p:nvSpPr>
        <p:spPr>
          <a:xfrm>
            <a:off x="4572000" y="2573075"/>
            <a:ext cx="4575600" cy="257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Full-surface image">
  <p:cSld name="CUSTOM_2_2_1_1_4_2"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116000" y="4841100"/>
            <a:ext cx="3240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168" name="Google Shape;168;p15"/>
          <p:cNvSpPr/>
          <p:nvPr>
            <p:ph idx="2" type="pic"/>
          </p:nvPr>
        </p:nvSpPr>
        <p:spPr>
          <a:xfrm>
            <a:off x="0" y="0"/>
            <a:ext cx="9147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468025" y="4734000"/>
            <a:ext cx="3888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●"/>
              <a:defRPr sz="600">
                <a:solidFill>
                  <a:schemeClr val="lt1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 sz="600">
                <a:solidFill>
                  <a:schemeClr val="lt1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■"/>
              <a:defRPr sz="600">
                <a:solidFill>
                  <a:schemeClr val="lt1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●"/>
              <a:defRPr sz="600">
                <a:solidFill>
                  <a:schemeClr val="lt1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 sz="600">
                <a:solidFill>
                  <a:schemeClr val="lt1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■"/>
              <a:defRPr sz="600">
                <a:solidFill>
                  <a:schemeClr val="lt1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●"/>
              <a:defRPr sz="600">
                <a:solidFill>
                  <a:schemeClr val="lt1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 sz="600">
                <a:solidFill>
                  <a:schemeClr val="lt1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■"/>
              <a:defRPr sz="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15"/>
          <p:cNvSpPr txBox="1"/>
          <p:nvPr>
            <p:ph type="title"/>
          </p:nvPr>
        </p:nvSpPr>
        <p:spPr>
          <a:xfrm>
            <a:off x="468015" y="414000"/>
            <a:ext cx="3888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15"/>
          <p:cNvSpPr txBox="1"/>
          <p:nvPr>
            <p:ph idx="3" type="subTitle"/>
          </p:nvPr>
        </p:nvSpPr>
        <p:spPr>
          <a:xfrm>
            <a:off x="468000" y="198000"/>
            <a:ext cx="3888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Two images with text">
  <p:cSld name="CUSTOM_2_2_1_1_5"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177" name="Google Shape;177;p16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8" name="Google Shape;178;p16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16"/>
          <p:cNvSpPr txBox="1"/>
          <p:nvPr>
            <p:ph idx="2" type="body"/>
          </p:nvPr>
        </p:nvSpPr>
        <p:spPr>
          <a:xfrm>
            <a:off x="468000" y="3222000"/>
            <a:ext cx="388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16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>
            <p:ph idx="4" type="pic"/>
          </p:nvPr>
        </p:nvSpPr>
        <p:spPr>
          <a:xfrm>
            <a:off x="468000" y="1278000"/>
            <a:ext cx="3888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16"/>
          <p:cNvSpPr txBox="1"/>
          <p:nvPr>
            <p:ph idx="5" type="body"/>
          </p:nvPr>
        </p:nvSpPr>
        <p:spPr>
          <a:xfrm>
            <a:off x="4788000" y="3222000"/>
            <a:ext cx="388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16"/>
          <p:cNvSpPr/>
          <p:nvPr>
            <p:ph idx="6" type="pic"/>
          </p:nvPr>
        </p:nvSpPr>
        <p:spPr>
          <a:xfrm>
            <a:off x="4788000" y="1278000"/>
            <a:ext cx="3888000" cy="172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84" name="Google Shape;18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Three images with text">
  <p:cSld name="CUSTOM_2_2_1_1_5_1"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190" name="Google Shape;190;p17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91" name="Google Shape;191;p17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2" type="body"/>
          </p:nvPr>
        </p:nvSpPr>
        <p:spPr>
          <a:xfrm>
            <a:off x="468000" y="3222000"/>
            <a:ext cx="2592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17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17"/>
          <p:cNvSpPr/>
          <p:nvPr>
            <p:ph idx="4" type="pic"/>
          </p:nvPr>
        </p:nvSpPr>
        <p:spPr>
          <a:xfrm>
            <a:off x="468000" y="1278000"/>
            <a:ext cx="2592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17"/>
          <p:cNvSpPr txBox="1"/>
          <p:nvPr>
            <p:ph idx="5" type="body"/>
          </p:nvPr>
        </p:nvSpPr>
        <p:spPr>
          <a:xfrm>
            <a:off x="3276000" y="3222000"/>
            <a:ext cx="2592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6" name="Google Shape;196;p17"/>
          <p:cNvSpPr/>
          <p:nvPr>
            <p:ph idx="6" type="pic"/>
          </p:nvPr>
        </p:nvSpPr>
        <p:spPr>
          <a:xfrm>
            <a:off x="3276000" y="1278000"/>
            <a:ext cx="2592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17"/>
          <p:cNvSpPr txBox="1"/>
          <p:nvPr>
            <p:ph idx="7" type="body"/>
          </p:nvPr>
        </p:nvSpPr>
        <p:spPr>
          <a:xfrm>
            <a:off x="6084000" y="3222000"/>
            <a:ext cx="2592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17"/>
          <p:cNvSpPr/>
          <p:nvPr>
            <p:ph idx="8" type="pic"/>
          </p:nvPr>
        </p:nvSpPr>
        <p:spPr>
          <a:xfrm>
            <a:off x="6084000" y="1278000"/>
            <a:ext cx="2592000" cy="172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99" name="Google Shape;19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Four images with text">
  <p:cSld name="CUSTOM_2_2_1_1_5_1_1"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205" name="Google Shape;205;p18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2" type="body"/>
          </p:nvPr>
        </p:nvSpPr>
        <p:spPr>
          <a:xfrm>
            <a:off x="468000" y="3222000"/>
            <a:ext cx="172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209" name="Google Shape;209;p18"/>
          <p:cNvSpPr/>
          <p:nvPr>
            <p:ph idx="4" type="pic"/>
          </p:nvPr>
        </p:nvSpPr>
        <p:spPr>
          <a:xfrm>
            <a:off x="468000" y="1278000"/>
            <a:ext cx="1728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8"/>
          <p:cNvSpPr txBox="1"/>
          <p:nvPr>
            <p:ph idx="5" type="body"/>
          </p:nvPr>
        </p:nvSpPr>
        <p:spPr>
          <a:xfrm>
            <a:off x="2628000" y="3222000"/>
            <a:ext cx="172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18"/>
          <p:cNvSpPr/>
          <p:nvPr>
            <p:ph idx="6" type="pic"/>
          </p:nvPr>
        </p:nvSpPr>
        <p:spPr>
          <a:xfrm>
            <a:off x="2628000" y="1278000"/>
            <a:ext cx="1728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18"/>
          <p:cNvSpPr txBox="1"/>
          <p:nvPr>
            <p:ph idx="7" type="body"/>
          </p:nvPr>
        </p:nvSpPr>
        <p:spPr>
          <a:xfrm>
            <a:off x="4788000" y="3222000"/>
            <a:ext cx="172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18"/>
          <p:cNvSpPr/>
          <p:nvPr>
            <p:ph idx="8" type="pic"/>
          </p:nvPr>
        </p:nvSpPr>
        <p:spPr>
          <a:xfrm>
            <a:off x="4788000" y="1278000"/>
            <a:ext cx="1728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18"/>
          <p:cNvSpPr txBox="1"/>
          <p:nvPr>
            <p:ph idx="9" type="body"/>
          </p:nvPr>
        </p:nvSpPr>
        <p:spPr>
          <a:xfrm>
            <a:off x="6948000" y="3222000"/>
            <a:ext cx="172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18"/>
          <p:cNvSpPr/>
          <p:nvPr>
            <p:ph idx="13" type="pic"/>
          </p:nvPr>
        </p:nvSpPr>
        <p:spPr>
          <a:xfrm>
            <a:off x="6948000" y="1278000"/>
            <a:ext cx="1728000" cy="172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16" name="Google Shape;21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Highlight with text">
  <p:cSld name="CUSTOM_2_2_1_1_6"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222" name="Google Shape;222;p19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type="title"/>
          </p:nvPr>
        </p:nvSpPr>
        <p:spPr>
          <a:xfrm>
            <a:off x="468025" y="414000"/>
            <a:ext cx="3672000" cy="2376000"/>
          </a:xfrm>
          <a:prstGeom prst="rect">
            <a:avLst/>
          </a:prstGeom>
        </p:spPr>
        <p:txBody>
          <a:bodyPr anchorCtr="0" anchor="t" bIns="0" lIns="0" spcFirstLastPara="1" rIns="0" wrap="square" tIns="9360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2" type="body"/>
          </p:nvPr>
        </p:nvSpPr>
        <p:spPr>
          <a:xfrm>
            <a:off x="468000" y="3006000"/>
            <a:ext cx="2376000" cy="15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3276000" y="3006000"/>
            <a:ext cx="2376000" cy="15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5" type="body"/>
          </p:nvPr>
        </p:nvSpPr>
        <p:spPr>
          <a:xfrm>
            <a:off x="6084000" y="3006000"/>
            <a:ext cx="2376000" cy="15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28" name="Google Shape;22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Highlight with text and images">
  <p:cSld name="CUSTOM_2_2_1_1_6_1">
    <p:bg>
      <p:bgPr>
        <a:solidFill>
          <a:schemeClr val="dk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234" name="Google Shape;234;p20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type="title"/>
          </p:nvPr>
        </p:nvSpPr>
        <p:spPr>
          <a:xfrm>
            <a:off x="468025" y="414000"/>
            <a:ext cx="3672000" cy="2376000"/>
          </a:xfrm>
          <a:prstGeom prst="rect">
            <a:avLst/>
          </a:prstGeom>
        </p:spPr>
        <p:txBody>
          <a:bodyPr anchorCtr="0" anchor="t" bIns="0" lIns="0" spcFirstLastPara="1" rIns="0" wrap="square" tIns="9360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2" type="body"/>
          </p:nvPr>
        </p:nvSpPr>
        <p:spPr>
          <a:xfrm>
            <a:off x="468000" y="3006000"/>
            <a:ext cx="2376000" cy="15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20"/>
          <p:cNvSpPr/>
          <p:nvPr>
            <p:ph idx="4" type="pic"/>
          </p:nvPr>
        </p:nvSpPr>
        <p:spPr>
          <a:xfrm>
            <a:off x="5004050" y="846000"/>
            <a:ext cx="3672000" cy="36720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20"/>
          <p:cNvSpPr/>
          <p:nvPr>
            <p:ph idx="5" type="pic"/>
          </p:nvPr>
        </p:nvSpPr>
        <p:spPr>
          <a:xfrm>
            <a:off x="4356000" y="3006000"/>
            <a:ext cx="1944000" cy="1296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40" name="Google Shape;24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Highlight with images ">
  <p:cSld name="CUSTOM_2_2_1_1_6_1_1">
    <p:bg>
      <p:bgPr>
        <a:solidFill>
          <a:schemeClr val="dk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246" name="Google Shape;246;p21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7" name="Google Shape;247;p21"/>
          <p:cNvSpPr txBox="1"/>
          <p:nvPr>
            <p:ph type="title"/>
          </p:nvPr>
        </p:nvSpPr>
        <p:spPr>
          <a:xfrm>
            <a:off x="468025" y="414000"/>
            <a:ext cx="3672000" cy="2376000"/>
          </a:xfrm>
          <a:prstGeom prst="rect">
            <a:avLst/>
          </a:prstGeom>
        </p:spPr>
        <p:txBody>
          <a:bodyPr anchorCtr="0" anchor="t" bIns="0" lIns="0" spcFirstLastPara="1" rIns="0" wrap="square" tIns="9360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idx="2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249" name="Google Shape;249;p21"/>
          <p:cNvSpPr/>
          <p:nvPr>
            <p:ph idx="3" type="pic"/>
          </p:nvPr>
        </p:nvSpPr>
        <p:spPr>
          <a:xfrm>
            <a:off x="5004050" y="846000"/>
            <a:ext cx="3672000" cy="36720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21"/>
          <p:cNvSpPr/>
          <p:nvPr>
            <p:ph idx="4" type="pic"/>
          </p:nvPr>
        </p:nvSpPr>
        <p:spPr>
          <a:xfrm>
            <a:off x="4356000" y="3006000"/>
            <a:ext cx="1944000" cy="12960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21"/>
          <p:cNvSpPr/>
          <p:nvPr>
            <p:ph idx="5" type="pic"/>
          </p:nvPr>
        </p:nvSpPr>
        <p:spPr>
          <a:xfrm>
            <a:off x="2412000" y="3006000"/>
            <a:ext cx="1944000" cy="12960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21"/>
          <p:cNvSpPr/>
          <p:nvPr>
            <p:ph idx="6" type="pic"/>
          </p:nvPr>
        </p:nvSpPr>
        <p:spPr>
          <a:xfrm>
            <a:off x="468025" y="3006000"/>
            <a:ext cx="1944000" cy="1296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3" name="Google Shape;25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Quote">
  <p:cSld name="CUSTOM_2_2_2"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22"/>
          <p:cNvGrpSpPr/>
          <p:nvPr/>
        </p:nvGrpSpPr>
        <p:grpSpPr>
          <a:xfrm>
            <a:off x="6759590" y="2142003"/>
            <a:ext cx="2455591" cy="2698416"/>
            <a:chOff x="6759590" y="2142003"/>
            <a:chExt cx="2455591" cy="2698416"/>
          </a:xfrm>
        </p:grpSpPr>
        <p:sp>
          <p:nvSpPr>
            <p:cNvPr id="256" name="Google Shape;256;p22"/>
            <p:cNvSpPr/>
            <p:nvPr/>
          </p:nvSpPr>
          <p:spPr>
            <a:xfrm>
              <a:off x="6759590" y="2142003"/>
              <a:ext cx="1052128" cy="2698416"/>
            </a:xfrm>
            <a:custGeom>
              <a:rect b="b" l="l" r="r" t="t"/>
              <a:pathLst>
                <a:path extrusionOk="0" h="2753486" w="1199006">
                  <a:moveTo>
                    <a:pt x="91726" y="0"/>
                  </a:moveTo>
                  <a:lnTo>
                    <a:pt x="91726" y="1198912"/>
                  </a:lnTo>
                  <a:lnTo>
                    <a:pt x="631031" y="1198912"/>
                  </a:lnTo>
                  <a:cubicBezTo>
                    <a:pt x="619601" y="1516285"/>
                    <a:pt x="563118" y="1765840"/>
                    <a:pt x="461772" y="1947482"/>
                  </a:cubicBezTo>
                  <a:cubicBezTo>
                    <a:pt x="360426" y="2129123"/>
                    <a:pt x="206502" y="2261997"/>
                    <a:pt x="0" y="2346198"/>
                  </a:cubicBezTo>
                  <a:lnTo>
                    <a:pt x="252413" y="2753487"/>
                  </a:lnTo>
                  <a:cubicBezTo>
                    <a:pt x="600456" y="2596706"/>
                    <a:pt x="856679" y="2363438"/>
                    <a:pt x="1021175" y="2053685"/>
                  </a:cubicBezTo>
                  <a:cubicBezTo>
                    <a:pt x="1139762" y="1828038"/>
                    <a:pt x="1199007" y="1459039"/>
                    <a:pt x="1199007" y="946595"/>
                  </a:cubicBezTo>
                  <a:lnTo>
                    <a:pt x="1199007" y="0"/>
                  </a:lnTo>
                  <a:lnTo>
                    <a:pt x="917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5550" lIns="71100" spcFirstLastPara="1" rIns="71100" wrap="square" tIns="35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8163053" y="2142003"/>
              <a:ext cx="1052129" cy="2698416"/>
            </a:xfrm>
            <a:custGeom>
              <a:rect b="b" l="l" r="r" t="t"/>
              <a:pathLst>
                <a:path extrusionOk="0" h="2753486" w="1199007">
                  <a:moveTo>
                    <a:pt x="91726" y="0"/>
                  </a:moveTo>
                  <a:lnTo>
                    <a:pt x="91726" y="1198912"/>
                  </a:lnTo>
                  <a:lnTo>
                    <a:pt x="631031" y="1198912"/>
                  </a:lnTo>
                  <a:cubicBezTo>
                    <a:pt x="619601" y="1516285"/>
                    <a:pt x="563118" y="1765840"/>
                    <a:pt x="461772" y="1947482"/>
                  </a:cubicBezTo>
                  <a:cubicBezTo>
                    <a:pt x="360426" y="2129123"/>
                    <a:pt x="206502" y="2261997"/>
                    <a:pt x="0" y="2346198"/>
                  </a:cubicBezTo>
                  <a:lnTo>
                    <a:pt x="252413" y="2753487"/>
                  </a:lnTo>
                  <a:cubicBezTo>
                    <a:pt x="600456" y="2596706"/>
                    <a:pt x="856679" y="2363438"/>
                    <a:pt x="1021175" y="2053685"/>
                  </a:cubicBezTo>
                  <a:cubicBezTo>
                    <a:pt x="1139762" y="1828038"/>
                    <a:pt x="1199007" y="1459039"/>
                    <a:pt x="1199007" y="946595"/>
                  </a:cubicBezTo>
                  <a:lnTo>
                    <a:pt x="1199007" y="0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5550" lIns="71100" spcFirstLastPara="1" rIns="71100" wrap="square" tIns="35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22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1116000" y="4841100"/>
            <a:ext cx="367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261" name="Google Shape;261;p22"/>
          <p:cNvSpPr txBox="1"/>
          <p:nvPr>
            <p:ph idx="1" type="body"/>
          </p:nvPr>
        </p:nvSpPr>
        <p:spPr>
          <a:xfrm>
            <a:off x="468025" y="4734000"/>
            <a:ext cx="432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type="ctrTitle"/>
          </p:nvPr>
        </p:nvSpPr>
        <p:spPr>
          <a:xfrm>
            <a:off x="468000" y="1062000"/>
            <a:ext cx="5400000" cy="34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2" type="subTitle"/>
          </p:nvPr>
        </p:nvSpPr>
        <p:spPr>
          <a:xfrm>
            <a:off x="469275" y="630000"/>
            <a:ext cx="5400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pic>
        <p:nvPicPr>
          <p:cNvPr id="265" name="Google Shape;26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Contact one person">
  <p:cSld name="CUSTOM_2_2_1_1_7">
    <p:bg>
      <p:bgPr>
        <a:solidFill>
          <a:schemeClr val="dk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271" name="Google Shape;271;p23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type="title"/>
          </p:nvPr>
        </p:nvSpPr>
        <p:spPr>
          <a:xfrm>
            <a:off x="4788000" y="3438000"/>
            <a:ext cx="3888000" cy="1080000"/>
          </a:xfrm>
          <a:prstGeom prst="rect">
            <a:avLst/>
          </a:prstGeom>
        </p:spPr>
        <p:txBody>
          <a:bodyPr anchorCtr="0" anchor="b" bIns="10800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2" type="body"/>
          </p:nvPr>
        </p:nvSpPr>
        <p:spPr>
          <a:xfrm>
            <a:off x="4788000" y="630000"/>
            <a:ext cx="2160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3" type="body"/>
          </p:nvPr>
        </p:nvSpPr>
        <p:spPr>
          <a:xfrm>
            <a:off x="4788000" y="1278000"/>
            <a:ext cx="2160000" cy="8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4pPr>
            <a:lvl5pPr indent="-285750" lvl="4" marL="22860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23"/>
          <p:cNvSpPr/>
          <p:nvPr>
            <p:ph idx="4" type="pic"/>
          </p:nvPr>
        </p:nvSpPr>
        <p:spPr>
          <a:xfrm>
            <a:off x="466300" y="630000"/>
            <a:ext cx="3888000" cy="388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76" name="Google Shape;27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Contact three people">
  <p:cSld name="CUSTOM_2_2_1_1_7_1">
    <p:bg>
      <p:bgPr>
        <a:solidFill>
          <a:schemeClr val="dk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chemeClr val="accent4"/>
                </a:solidFill>
              </a:defRPr>
            </a:lvl1pPr>
            <a:lvl2pPr lvl="1">
              <a:buNone/>
              <a:defRPr sz="600">
                <a:solidFill>
                  <a:schemeClr val="accent4"/>
                </a:solidFill>
              </a:defRPr>
            </a:lvl2pPr>
            <a:lvl3pPr lvl="2">
              <a:buNone/>
              <a:defRPr sz="600">
                <a:solidFill>
                  <a:schemeClr val="accent4"/>
                </a:solidFill>
              </a:defRPr>
            </a:lvl3pPr>
            <a:lvl4pPr lvl="3">
              <a:buNone/>
              <a:defRPr sz="600">
                <a:solidFill>
                  <a:schemeClr val="accent4"/>
                </a:solidFill>
              </a:defRPr>
            </a:lvl4pPr>
            <a:lvl5pPr lvl="4">
              <a:buNone/>
              <a:defRPr sz="600">
                <a:solidFill>
                  <a:schemeClr val="accent4"/>
                </a:solidFill>
              </a:defRPr>
            </a:lvl5pPr>
            <a:lvl6pPr lvl="5">
              <a:buNone/>
              <a:defRPr sz="600">
                <a:solidFill>
                  <a:schemeClr val="accent4"/>
                </a:solidFill>
              </a:defRPr>
            </a:lvl6pPr>
            <a:lvl7pPr lvl="6">
              <a:buNone/>
              <a:defRPr sz="600">
                <a:solidFill>
                  <a:schemeClr val="accent4"/>
                </a:solidFill>
              </a:defRPr>
            </a:lvl7pPr>
            <a:lvl8pPr lvl="7">
              <a:buNone/>
              <a:defRPr sz="600">
                <a:solidFill>
                  <a:schemeClr val="accent4"/>
                </a:solidFill>
              </a:defRPr>
            </a:lvl8pPr>
            <a:lvl9pPr lvl="8">
              <a:buNone/>
              <a:defRPr sz="600">
                <a:solidFill>
                  <a:schemeClr val="accent4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Replace footer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4"/>
                </a:solidFill>
              </a:rPr>
              <a:t>Schwarz Digits</a:t>
            </a:r>
            <a:endParaRPr b="1" sz="600">
              <a:solidFill>
                <a:schemeClr val="accent4"/>
              </a:solidFill>
            </a:endParaRPr>
          </a:p>
        </p:txBody>
      </p:sp>
      <p:sp>
        <p:nvSpPr>
          <p:cNvPr id="282" name="Google Shape;282;p24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●"/>
              <a:defRPr sz="600">
                <a:solidFill>
                  <a:schemeClr val="accent4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○"/>
              <a:defRPr sz="600">
                <a:solidFill>
                  <a:schemeClr val="accent4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"/>
              <a:buChar char="■"/>
              <a:defRPr sz="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type="title"/>
          </p:nvPr>
        </p:nvSpPr>
        <p:spPr>
          <a:xfrm>
            <a:off x="468000" y="198000"/>
            <a:ext cx="3888000" cy="1296000"/>
          </a:xfrm>
          <a:prstGeom prst="rect">
            <a:avLst/>
          </a:prstGeom>
        </p:spPr>
        <p:txBody>
          <a:bodyPr anchorCtr="0" anchor="t" bIns="0" lIns="0" spcFirstLastPara="1" rIns="0" wrap="square" tIns="25200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2" type="body"/>
          </p:nvPr>
        </p:nvSpPr>
        <p:spPr>
          <a:xfrm>
            <a:off x="468000" y="2358000"/>
            <a:ext cx="2376000" cy="216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16000" lIns="216000" spcFirstLastPara="1" rIns="216000" wrap="square" tIns="5760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5" name="Google Shape;285;p24"/>
          <p:cNvSpPr/>
          <p:nvPr>
            <p:ph idx="3" type="pic"/>
          </p:nvPr>
        </p:nvSpPr>
        <p:spPr>
          <a:xfrm>
            <a:off x="1764000" y="1926000"/>
            <a:ext cx="864000" cy="8640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24"/>
          <p:cNvSpPr txBox="1"/>
          <p:nvPr>
            <p:ph idx="4" type="body"/>
          </p:nvPr>
        </p:nvSpPr>
        <p:spPr>
          <a:xfrm>
            <a:off x="684000" y="3438000"/>
            <a:ext cx="1944000" cy="8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600"/>
              </a:spcBef>
              <a:spcAft>
                <a:spcPts val="6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7" name="Google Shape;287;p24"/>
          <p:cNvSpPr txBox="1"/>
          <p:nvPr>
            <p:ph idx="5" type="body"/>
          </p:nvPr>
        </p:nvSpPr>
        <p:spPr>
          <a:xfrm>
            <a:off x="3276000" y="2358000"/>
            <a:ext cx="2376000" cy="216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16000" lIns="216000" spcFirstLastPara="1" rIns="216000" wrap="square" tIns="5760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8" name="Google Shape;288;p24"/>
          <p:cNvSpPr/>
          <p:nvPr>
            <p:ph idx="6" type="pic"/>
          </p:nvPr>
        </p:nvSpPr>
        <p:spPr>
          <a:xfrm>
            <a:off x="4572000" y="1926000"/>
            <a:ext cx="864000" cy="864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24"/>
          <p:cNvSpPr txBox="1"/>
          <p:nvPr>
            <p:ph idx="7" type="body"/>
          </p:nvPr>
        </p:nvSpPr>
        <p:spPr>
          <a:xfrm>
            <a:off x="3492000" y="3438000"/>
            <a:ext cx="1944000" cy="8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600"/>
              </a:spcBef>
              <a:spcAft>
                <a:spcPts val="6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0" name="Google Shape;290;p24"/>
          <p:cNvSpPr txBox="1"/>
          <p:nvPr>
            <p:ph idx="8" type="body"/>
          </p:nvPr>
        </p:nvSpPr>
        <p:spPr>
          <a:xfrm>
            <a:off x="6084000" y="2358000"/>
            <a:ext cx="2376000" cy="216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16000" lIns="216000" spcFirstLastPara="1" rIns="216000" wrap="square" tIns="5760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1" name="Google Shape;291;p24"/>
          <p:cNvSpPr/>
          <p:nvPr>
            <p:ph idx="9" type="pic"/>
          </p:nvPr>
        </p:nvSpPr>
        <p:spPr>
          <a:xfrm>
            <a:off x="7380000" y="1926000"/>
            <a:ext cx="864000" cy="8640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24"/>
          <p:cNvSpPr txBox="1"/>
          <p:nvPr>
            <p:ph idx="13" type="body"/>
          </p:nvPr>
        </p:nvSpPr>
        <p:spPr>
          <a:xfrm>
            <a:off x="6300000" y="3438000"/>
            <a:ext cx="1944000" cy="8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600"/>
              </a:spcBef>
              <a:spcAft>
                <a:spcPts val="600"/>
              </a:spcAft>
              <a:buSzPts val="900"/>
              <a:buChar char="■"/>
              <a:defRPr sz="900"/>
            </a:lvl9pPr>
          </a:lstStyle>
          <a:p/>
        </p:txBody>
      </p:sp>
      <p:pic>
        <p:nvPicPr>
          <p:cNvPr id="293" name="Google Shape;29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End slide">
  <p:cSld name="CUSTOM_2_2_1_1_7_1_1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/>
          <p:nvPr>
            <p:ph idx="12" type="sldNum"/>
          </p:nvPr>
        </p:nvSpPr>
        <p:spPr>
          <a:xfrm>
            <a:off x="252009" y="4841701"/>
            <a:ext cx="219600" cy="301800"/>
          </a:xfrm>
          <a:prstGeom prst="rect">
            <a:avLst/>
          </a:prstGeom>
        </p:spPr>
        <p:txBody>
          <a:bodyPr anchorCtr="0" anchor="t" bIns="0" lIns="0" spcFirstLastPara="1" rIns="0" wrap="square" tIns="365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6" name="Google Shape;29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549" y="2208430"/>
            <a:ext cx="3023700" cy="726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 - Title slide">
  <p:cSld name="TITLE_2"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>
            <p:ph type="ctrTitle"/>
          </p:nvPr>
        </p:nvSpPr>
        <p:spPr>
          <a:xfrm>
            <a:off x="468000" y="1926000"/>
            <a:ext cx="5832000" cy="216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99" name="Google Shape;299;p26"/>
          <p:cNvSpPr txBox="1"/>
          <p:nvPr>
            <p:ph idx="1" type="subTitle"/>
          </p:nvPr>
        </p:nvSpPr>
        <p:spPr>
          <a:xfrm>
            <a:off x="469275" y="4302000"/>
            <a:ext cx="5832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0" name="Google Shape;300;p26"/>
          <p:cNvSpPr txBox="1"/>
          <p:nvPr/>
        </p:nvSpPr>
        <p:spPr>
          <a:xfrm>
            <a:off x="469275" y="630000"/>
            <a:ext cx="1078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</a:rPr>
              <a:t>2025-09-05</a:t>
            </a:r>
            <a:endParaRPr sz="900">
              <a:solidFill>
                <a:schemeClr val="accent1"/>
              </a:solidFill>
            </a:endParaRPr>
          </a:p>
        </p:txBody>
      </p:sp>
      <p:sp>
        <p:nvSpPr>
          <p:cNvPr id="301" name="Google Shape;301;p26"/>
          <p:cNvSpPr txBox="1"/>
          <p:nvPr>
            <p:ph idx="12" type="sldNum"/>
          </p:nvPr>
        </p:nvSpPr>
        <p:spPr>
          <a:xfrm>
            <a:off x="252009" y="4841701"/>
            <a:ext cx="219600" cy="301800"/>
          </a:xfrm>
          <a:prstGeom prst="rect">
            <a:avLst/>
          </a:prstGeom>
        </p:spPr>
        <p:txBody>
          <a:bodyPr anchorCtr="0" anchor="t" bIns="0" lIns="0" spcFirstLastPara="1" rIns="0" wrap="square" tIns="365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2" name="Google Shape;30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7167" y="555151"/>
            <a:ext cx="1727831" cy="414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 - Title slide and image">
  <p:cSld name="TITLE_1_1">
    <p:bg>
      <p:bgPr>
        <a:solidFill>
          <a:schemeClr val="lt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7167" y="555151"/>
            <a:ext cx="1727831" cy="41493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7"/>
          <p:cNvSpPr txBox="1"/>
          <p:nvPr>
            <p:ph type="ctrTitle"/>
          </p:nvPr>
        </p:nvSpPr>
        <p:spPr>
          <a:xfrm>
            <a:off x="468000" y="1926000"/>
            <a:ext cx="4104000" cy="216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06" name="Google Shape;306;p27"/>
          <p:cNvSpPr txBox="1"/>
          <p:nvPr>
            <p:ph idx="1" type="subTitle"/>
          </p:nvPr>
        </p:nvSpPr>
        <p:spPr>
          <a:xfrm>
            <a:off x="469275" y="4302000"/>
            <a:ext cx="4104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7" name="Google Shape;307;p27"/>
          <p:cNvSpPr txBox="1"/>
          <p:nvPr/>
        </p:nvSpPr>
        <p:spPr>
          <a:xfrm>
            <a:off x="469275" y="630000"/>
            <a:ext cx="1078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</a:rPr>
              <a:t>2025-09-05</a:t>
            </a:r>
            <a:endParaRPr sz="900">
              <a:solidFill>
                <a:schemeClr val="accent1"/>
              </a:solidFill>
            </a:endParaRPr>
          </a:p>
        </p:txBody>
      </p:sp>
      <p:sp>
        <p:nvSpPr>
          <p:cNvPr id="308" name="Google Shape;308;p27"/>
          <p:cNvSpPr/>
          <p:nvPr>
            <p:ph idx="2" type="pic"/>
          </p:nvPr>
        </p:nvSpPr>
        <p:spPr>
          <a:xfrm>
            <a:off x="5004000" y="0"/>
            <a:ext cx="4143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27"/>
          <p:cNvSpPr txBox="1"/>
          <p:nvPr>
            <p:ph idx="12" type="sldNum"/>
          </p:nvPr>
        </p:nvSpPr>
        <p:spPr>
          <a:xfrm>
            <a:off x="252009" y="4841701"/>
            <a:ext cx="219600" cy="301800"/>
          </a:xfrm>
          <a:prstGeom prst="rect">
            <a:avLst/>
          </a:prstGeom>
        </p:spPr>
        <p:txBody>
          <a:bodyPr anchorCtr="0" anchor="t" bIns="0" lIns="0" spcFirstLastPara="1" rIns="0" wrap="square" tIns="365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 - Agenda triad">
  <p:cSld name="CUSTOM_2_4"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13" name="Google Shape;313;p28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14" name="Google Shape;314;p28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315" name="Google Shape;315;p28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316" name="Google Shape;316;p28"/>
          <p:cNvSpPr txBox="1"/>
          <p:nvPr>
            <p:ph type="title"/>
          </p:nvPr>
        </p:nvSpPr>
        <p:spPr>
          <a:xfrm>
            <a:off x="468025" y="1926000"/>
            <a:ext cx="3888000" cy="864000"/>
          </a:xfrm>
          <a:prstGeom prst="rect">
            <a:avLst/>
          </a:prstGeom>
        </p:spPr>
        <p:txBody>
          <a:bodyPr anchorCtr="0" anchor="b" bIns="7200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17" name="Google Shape;317;p28"/>
          <p:cNvSpPr txBox="1"/>
          <p:nvPr>
            <p:ph idx="2" type="body"/>
          </p:nvPr>
        </p:nvSpPr>
        <p:spPr>
          <a:xfrm>
            <a:off x="468000" y="3222000"/>
            <a:ext cx="432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8"/>
          <p:cNvSpPr txBox="1"/>
          <p:nvPr>
            <p:ph idx="3" type="body"/>
          </p:nvPr>
        </p:nvSpPr>
        <p:spPr>
          <a:xfrm>
            <a:off x="468000" y="3438000"/>
            <a:ext cx="194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b="1" sz="1500"/>
            </a:lvl1pPr>
            <a:lvl2pPr indent="-323850" lvl="1" marL="914400">
              <a:spcBef>
                <a:spcPts val="1200"/>
              </a:spcBef>
              <a:spcAft>
                <a:spcPts val="0"/>
              </a:spcAft>
              <a:buSzPts val="1500"/>
              <a:buChar char="○"/>
              <a:defRPr b="1" sz="1500"/>
            </a:lvl2pPr>
            <a:lvl3pPr indent="-323850" lvl="2" marL="1371600">
              <a:spcBef>
                <a:spcPts val="1200"/>
              </a:spcBef>
              <a:spcAft>
                <a:spcPts val="0"/>
              </a:spcAft>
              <a:buSzPts val="1500"/>
              <a:buChar char="■"/>
              <a:defRPr b="1" sz="1500"/>
            </a:lvl3pPr>
            <a:lvl4pPr indent="-323850" lvl="3" marL="1828800">
              <a:spcBef>
                <a:spcPts val="1200"/>
              </a:spcBef>
              <a:spcAft>
                <a:spcPts val="0"/>
              </a:spcAft>
              <a:buSzPts val="1500"/>
              <a:buChar char="●"/>
              <a:defRPr b="1" sz="1500"/>
            </a:lvl4pPr>
            <a:lvl5pPr indent="-323850" lvl="4" marL="2286000">
              <a:spcBef>
                <a:spcPts val="1200"/>
              </a:spcBef>
              <a:spcAft>
                <a:spcPts val="0"/>
              </a:spcAft>
              <a:buSzPts val="1500"/>
              <a:buChar char="○"/>
              <a:defRPr b="1" sz="1500"/>
            </a:lvl5pPr>
            <a:lvl6pPr indent="-323850" lvl="5" marL="2743200">
              <a:spcBef>
                <a:spcPts val="1200"/>
              </a:spcBef>
              <a:spcAft>
                <a:spcPts val="0"/>
              </a:spcAft>
              <a:buSzPts val="1500"/>
              <a:buChar char="■"/>
              <a:defRPr b="1" sz="1500"/>
            </a:lvl6pPr>
            <a:lvl7pPr indent="-323850" lvl="6" marL="3200400">
              <a:spcBef>
                <a:spcPts val="1200"/>
              </a:spcBef>
              <a:spcAft>
                <a:spcPts val="0"/>
              </a:spcAft>
              <a:buSzPts val="1500"/>
              <a:buChar char="●"/>
              <a:defRPr b="1" sz="1500"/>
            </a:lvl7pPr>
            <a:lvl8pPr indent="-323850" lvl="7" marL="3657600">
              <a:spcBef>
                <a:spcPts val="1200"/>
              </a:spcBef>
              <a:spcAft>
                <a:spcPts val="0"/>
              </a:spcAft>
              <a:buSzPts val="1500"/>
              <a:buChar char="○"/>
              <a:defRPr b="1" sz="1500"/>
            </a:lvl8pPr>
            <a:lvl9pPr indent="-323850" lvl="8" marL="4114800">
              <a:spcBef>
                <a:spcPts val="1200"/>
              </a:spcBef>
              <a:spcAft>
                <a:spcPts val="1200"/>
              </a:spcAft>
              <a:buSzPts val="1500"/>
              <a:buChar char="■"/>
              <a:defRPr b="1" sz="1500"/>
            </a:lvl9pPr>
          </a:lstStyle>
          <a:p/>
        </p:txBody>
      </p:sp>
      <p:sp>
        <p:nvSpPr>
          <p:cNvPr id="319" name="Google Shape;319;p28"/>
          <p:cNvSpPr txBox="1"/>
          <p:nvPr>
            <p:ph idx="4" type="body"/>
          </p:nvPr>
        </p:nvSpPr>
        <p:spPr>
          <a:xfrm>
            <a:off x="468000" y="3870000"/>
            <a:ext cx="1944000" cy="648000"/>
          </a:xfrm>
          <a:prstGeom prst="rect">
            <a:avLst/>
          </a:prstGeom>
        </p:spPr>
        <p:txBody>
          <a:bodyPr anchorCtr="0" anchor="t" bIns="0" lIns="0" spcFirstLastPara="1" rIns="0" wrap="square" tIns="108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0" name="Google Shape;320;p28"/>
          <p:cNvSpPr txBox="1"/>
          <p:nvPr>
            <p:ph idx="5" type="body"/>
          </p:nvPr>
        </p:nvSpPr>
        <p:spPr>
          <a:xfrm>
            <a:off x="2844000" y="3222000"/>
            <a:ext cx="432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1" name="Google Shape;321;p28"/>
          <p:cNvSpPr txBox="1"/>
          <p:nvPr>
            <p:ph idx="6" type="body"/>
          </p:nvPr>
        </p:nvSpPr>
        <p:spPr>
          <a:xfrm>
            <a:off x="2844000" y="3438000"/>
            <a:ext cx="194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b="1" sz="1500"/>
            </a:lvl1pPr>
            <a:lvl2pPr indent="-323850" lvl="1" marL="914400">
              <a:spcBef>
                <a:spcPts val="1200"/>
              </a:spcBef>
              <a:spcAft>
                <a:spcPts val="0"/>
              </a:spcAft>
              <a:buSzPts val="1500"/>
              <a:buChar char="○"/>
              <a:defRPr b="1" sz="1500"/>
            </a:lvl2pPr>
            <a:lvl3pPr indent="-323850" lvl="2" marL="1371600">
              <a:spcBef>
                <a:spcPts val="1200"/>
              </a:spcBef>
              <a:spcAft>
                <a:spcPts val="0"/>
              </a:spcAft>
              <a:buSzPts val="1500"/>
              <a:buChar char="■"/>
              <a:defRPr b="1" sz="1500"/>
            </a:lvl3pPr>
            <a:lvl4pPr indent="-323850" lvl="3" marL="1828800">
              <a:spcBef>
                <a:spcPts val="1200"/>
              </a:spcBef>
              <a:spcAft>
                <a:spcPts val="0"/>
              </a:spcAft>
              <a:buSzPts val="1500"/>
              <a:buChar char="●"/>
              <a:defRPr b="1" sz="1500"/>
            </a:lvl4pPr>
            <a:lvl5pPr indent="-323850" lvl="4" marL="2286000">
              <a:spcBef>
                <a:spcPts val="1200"/>
              </a:spcBef>
              <a:spcAft>
                <a:spcPts val="0"/>
              </a:spcAft>
              <a:buSzPts val="1500"/>
              <a:buChar char="○"/>
              <a:defRPr b="1" sz="1500"/>
            </a:lvl5pPr>
            <a:lvl6pPr indent="-323850" lvl="5" marL="2743200">
              <a:spcBef>
                <a:spcPts val="1200"/>
              </a:spcBef>
              <a:spcAft>
                <a:spcPts val="0"/>
              </a:spcAft>
              <a:buSzPts val="1500"/>
              <a:buChar char="■"/>
              <a:defRPr b="1" sz="1500"/>
            </a:lvl6pPr>
            <a:lvl7pPr indent="-323850" lvl="6" marL="3200400">
              <a:spcBef>
                <a:spcPts val="1200"/>
              </a:spcBef>
              <a:spcAft>
                <a:spcPts val="0"/>
              </a:spcAft>
              <a:buSzPts val="1500"/>
              <a:buChar char="●"/>
              <a:defRPr b="1" sz="1500"/>
            </a:lvl7pPr>
            <a:lvl8pPr indent="-323850" lvl="7" marL="3657600">
              <a:spcBef>
                <a:spcPts val="1200"/>
              </a:spcBef>
              <a:spcAft>
                <a:spcPts val="0"/>
              </a:spcAft>
              <a:buSzPts val="1500"/>
              <a:buChar char="○"/>
              <a:defRPr b="1" sz="1500"/>
            </a:lvl8pPr>
            <a:lvl9pPr indent="-323850" lvl="8" marL="4114800">
              <a:spcBef>
                <a:spcPts val="1200"/>
              </a:spcBef>
              <a:spcAft>
                <a:spcPts val="1200"/>
              </a:spcAft>
              <a:buSzPts val="1500"/>
              <a:buChar char="■"/>
              <a:defRPr b="1" sz="1500"/>
            </a:lvl9pPr>
          </a:lstStyle>
          <a:p/>
        </p:txBody>
      </p:sp>
      <p:sp>
        <p:nvSpPr>
          <p:cNvPr id="322" name="Google Shape;322;p28"/>
          <p:cNvSpPr txBox="1"/>
          <p:nvPr>
            <p:ph idx="7" type="body"/>
          </p:nvPr>
        </p:nvSpPr>
        <p:spPr>
          <a:xfrm>
            <a:off x="2844000" y="3870000"/>
            <a:ext cx="1944000" cy="648000"/>
          </a:xfrm>
          <a:prstGeom prst="rect">
            <a:avLst/>
          </a:prstGeom>
        </p:spPr>
        <p:txBody>
          <a:bodyPr anchorCtr="0" anchor="t" bIns="0" lIns="0" spcFirstLastPara="1" rIns="0" wrap="square" tIns="108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3" name="Google Shape;323;p28"/>
          <p:cNvSpPr txBox="1"/>
          <p:nvPr>
            <p:ph idx="8" type="body"/>
          </p:nvPr>
        </p:nvSpPr>
        <p:spPr>
          <a:xfrm>
            <a:off x="5220000" y="3222000"/>
            <a:ext cx="432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4" name="Google Shape;324;p28"/>
          <p:cNvSpPr txBox="1"/>
          <p:nvPr>
            <p:ph idx="9" type="body"/>
          </p:nvPr>
        </p:nvSpPr>
        <p:spPr>
          <a:xfrm>
            <a:off x="5220000" y="3438000"/>
            <a:ext cx="194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b="1" sz="1500"/>
            </a:lvl1pPr>
            <a:lvl2pPr indent="-323850" lvl="1" marL="914400">
              <a:spcBef>
                <a:spcPts val="1200"/>
              </a:spcBef>
              <a:spcAft>
                <a:spcPts val="0"/>
              </a:spcAft>
              <a:buSzPts val="1500"/>
              <a:buChar char="○"/>
              <a:defRPr b="1" sz="1500"/>
            </a:lvl2pPr>
            <a:lvl3pPr indent="-323850" lvl="2" marL="1371600">
              <a:spcBef>
                <a:spcPts val="1200"/>
              </a:spcBef>
              <a:spcAft>
                <a:spcPts val="0"/>
              </a:spcAft>
              <a:buSzPts val="1500"/>
              <a:buChar char="■"/>
              <a:defRPr b="1" sz="1500"/>
            </a:lvl3pPr>
            <a:lvl4pPr indent="-323850" lvl="3" marL="1828800">
              <a:spcBef>
                <a:spcPts val="1200"/>
              </a:spcBef>
              <a:spcAft>
                <a:spcPts val="0"/>
              </a:spcAft>
              <a:buSzPts val="1500"/>
              <a:buChar char="●"/>
              <a:defRPr b="1" sz="1500"/>
            </a:lvl4pPr>
            <a:lvl5pPr indent="-323850" lvl="4" marL="2286000">
              <a:spcBef>
                <a:spcPts val="1200"/>
              </a:spcBef>
              <a:spcAft>
                <a:spcPts val="0"/>
              </a:spcAft>
              <a:buSzPts val="1500"/>
              <a:buChar char="○"/>
              <a:defRPr b="1" sz="1500"/>
            </a:lvl5pPr>
            <a:lvl6pPr indent="-323850" lvl="5" marL="2743200">
              <a:spcBef>
                <a:spcPts val="1200"/>
              </a:spcBef>
              <a:spcAft>
                <a:spcPts val="0"/>
              </a:spcAft>
              <a:buSzPts val="1500"/>
              <a:buChar char="■"/>
              <a:defRPr b="1" sz="1500"/>
            </a:lvl6pPr>
            <a:lvl7pPr indent="-323850" lvl="6" marL="3200400">
              <a:spcBef>
                <a:spcPts val="1200"/>
              </a:spcBef>
              <a:spcAft>
                <a:spcPts val="0"/>
              </a:spcAft>
              <a:buSzPts val="1500"/>
              <a:buChar char="●"/>
              <a:defRPr b="1" sz="1500"/>
            </a:lvl7pPr>
            <a:lvl8pPr indent="-323850" lvl="7" marL="3657600">
              <a:spcBef>
                <a:spcPts val="1200"/>
              </a:spcBef>
              <a:spcAft>
                <a:spcPts val="0"/>
              </a:spcAft>
              <a:buSzPts val="1500"/>
              <a:buChar char="○"/>
              <a:defRPr b="1" sz="1500"/>
            </a:lvl8pPr>
            <a:lvl9pPr indent="-323850" lvl="8" marL="4114800">
              <a:spcBef>
                <a:spcPts val="1200"/>
              </a:spcBef>
              <a:spcAft>
                <a:spcPts val="1200"/>
              </a:spcAft>
              <a:buSzPts val="1500"/>
              <a:buChar char="■"/>
              <a:defRPr b="1" sz="1500"/>
            </a:lvl9pPr>
          </a:lstStyle>
          <a:p/>
        </p:txBody>
      </p:sp>
      <p:sp>
        <p:nvSpPr>
          <p:cNvPr id="325" name="Google Shape;325;p28"/>
          <p:cNvSpPr txBox="1"/>
          <p:nvPr>
            <p:ph idx="13" type="body"/>
          </p:nvPr>
        </p:nvSpPr>
        <p:spPr>
          <a:xfrm>
            <a:off x="5220000" y="3870000"/>
            <a:ext cx="1944000" cy="648000"/>
          </a:xfrm>
          <a:prstGeom prst="rect">
            <a:avLst/>
          </a:prstGeom>
        </p:spPr>
        <p:txBody>
          <a:bodyPr anchorCtr="0" anchor="t" bIns="0" lIns="0" spcFirstLastPara="1" rIns="0" wrap="square" tIns="108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id="326" name="Google Shape;32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 - Agenda list">
  <p:cSld name="CUSTOM_2_3_1"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31" name="Google Shape;331;p29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332" name="Google Shape;332;p29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333" name="Google Shape;333;p29"/>
          <p:cNvSpPr txBox="1"/>
          <p:nvPr>
            <p:ph type="title"/>
          </p:nvPr>
        </p:nvSpPr>
        <p:spPr>
          <a:xfrm>
            <a:off x="468025" y="198000"/>
            <a:ext cx="3888000" cy="864000"/>
          </a:xfrm>
          <a:prstGeom prst="rect">
            <a:avLst/>
          </a:prstGeom>
        </p:spPr>
        <p:txBody>
          <a:bodyPr anchorCtr="0" anchor="b" bIns="7200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34" name="Google Shape;334;p29"/>
          <p:cNvSpPr txBox="1"/>
          <p:nvPr>
            <p:ph idx="2" type="body"/>
          </p:nvPr>
        </p:nvSpPr>
        <p:spPr>
          <a:xfrm>
            <a:off x="468000" y="1710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5" name="Google Shape;335;p29"/>
          <p:cNvSpPr txBox="1"/>
          <p:nvPr>
            <p:ph idx="3" type="body"/>
          </p:nvPr>
        </p:nvSpPr>
        <p:spPr>
          <a:xfrm>
            <a:off x="900000" y="1710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36" name="Google Shape;336;p29"/>
          <p:cNvSpPr txBox="1"/>
          <p:nvPr>
            <p:ph idx="4" type="body"/>
          </p:nvPr>
        </p:nvSpPr>
        <p:spPr>
          <a:xfrm>
            <a:off x="468000" y="2358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29"/>
          <p:cNvSpPr txBox="1"/>
          <p:nvPr>
            <p:ph idx="5" type="body"/>
          </p:nvPr>
        </p:nvSpPr>
        <p:spPr>
          <a:xfrm>
            <a:off x="900000" y="2358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38" name="Google Shape;338;p29"/>
          <p:cNvSpPr txBox="1"/>
          <p:nvPr>
            <p:ph idx="6" type="body"/>
          </p:nvPr>
        </p:nvSpPr>
        <p:spPr>
          <a:xfrm>
            <a:off x="468000" y="3006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9" name="Google Shape;339;p29"/>
          <p:cNvSpPr txBox="1"/>
          <p:nvPr>
            <p:ph idx="7" type="body"/>
          </p:nvPr>
        </p:nvSpPr>
        <p:spPr>
          <a:xfrm>
            <a:off x="900000" y="3006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40" name="Google Shape;340;p29"/>
          <p:cNvSpPr txBox="1"/>
          <p:nvPr>
            <p:ph idx="8" type="body"/>
          </p:nvPr>
        </p:nvSpPr>
        <p:spPr>
          <a:xfrm>
            <a:off x="468000" y="3654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1" name="Google Shape;341;p29"/>
          <p:cNvSpPr txBox="1"/>
          <p:nvPr>
            <p:ph idx="9" type="body"/>
          </p:nvPr>
        </p:nvSpPr>
        <p:spPr>
          <a:xfrm>
            <a:off x="900000" y="3654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42" name="Google Shape;342;p29"/>
          <p:cNvSpPr txBox="1"/>
          <p:nvPr>
            <p:ph idx="13" type="body"/>
          </p:nvPr>
        </p:nvSpPr>
        <p:spPr>
          <a:xfrm>
            <a:off x="4572000" y="1710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29"/>
          <p:cNvSpPr txBox="1"/>
          <p:nvPr>
            <p:ph idx="14" type="body"/>
          </p:nvPr>
        </p:nvSpPr>
        <p:spPr>
          <a:xfrm>
            <a:off x="5004000" y="1710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44" name="Google Shape;344;p29"/>
          <p:cNvSpPr txBox="1"/>
          <p:nvPr>
            <p:ph idx="15" type="body"/>
          </p:nvPr>
        </p:nvSpPr>
        <p:spPr>
          <a:xfrm>
            <a:off x="4572000" y="2358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5" name="Google Shape;345;p29"/>
          <p:cNvSpPr txBox="1"/>
          <p:nvPr>
            <p:ph idx="16" type="body"/>
          </p:nvPr>
        </p:nvSpPr>
        <p:spPr>
          <a:xfrm>
            <a:off x="5004000" y="2358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46" name="Google Shape;346;p29"/>
          <p:cNvSpPr txBox="1"/>
          <p:nvPr>
            <p:ph idx="17" type="body"/>
          </p:nvPr>
        </p:nvSpPr>
        <p:spPr>
          <a:xfrm>
            <a:off x="4572000" y="3006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7" name="Google Shape;347;p29"/>
          <p:cNvSpPr txBox="1"/>
          <p:nvPr>
            <p:ph idx="18" type="body"/>
          </p:nvPr>
        </p:nvSpPr>
        <p:spPr>
          <a:xfrm>
            <a:off x="5004000" y="3006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48" name="Google Shape;348;p29"/>
          <p:cNvSpPr txBox="1"/>
          <p:nvPr>
            <p:ph idx="19" type="body"/>
          </p:nvPr>
        </p:nvSpPr>
        <p:spPr>
          <a:xfrm>
            <a:off x="4572000" y="3654000"/>
            <a:ext cx="432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9" name="Google Shape;349;p29"/>
          <p:cNvSpPr txBox="1"/>
          <p:nvPr>
            <p:ph idx="20" type="body"/>
          </p:nvPr>
        </p:nvSpPr>
        <p:spPr>
          <a:xfrm>
            <a:off x="5004000" y="3654000"/>
            <a:ext cx="302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pic>
        <p:nvPicPr>
          <p:cNvPr id="350" name="Google Shape;35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 - Divider">
  <p:cSld name="CUSTOM_2_2_3"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30"/>
          <p:cNvSpPr txBox="1"/>
          <p:nvPr/>
        </p:nvSpPr>
        <p:spPr>
          <a:xfrm>
            <a:off x="1116000" y="4841100"/>
            <a:ext cx="367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355" name="Google Shape;355;p30"/>
          <p:cNvSpPr txBox="1"/>
          <p:nvPr>
            <p:ph idx="1" type="body"/>
          </p:nvPr>
        </p:nvSpPr>
        <p:spPr>
          <a:xfrm>
            <a:off x="468025" y="4734000"/>
            <a:ext cx="432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type="ctrTitle"/>
          </p:nvPr>
        </p:nvSpPr>
        <p:spPr>
          <a:xfrm>
            <a:off x="468000" y="1062000"/>
            <a:ext cx="4320000" cy="28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57" name="Google Shape;357;p30"/>
          <p:cNvSpPr txBox="1"/>
          <p:nvPr>
            <p:ph idx="2" type="subTitle"/>
          </p:nvPr>
        </p:nvSpPr>
        <p:spPr>
          <a:xfrm>
            <a:off x="469275" y="630000"/>
            <a:ext cx="4320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3" type="subTitle"/>
          </p:nvPr>
        </p:nvSpPr>
        <p:spPr>
          <a:xfrm>
            <a:off x="5004000" y="1062000"/>
            <a:ext cx="4896000" cy="40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4500"/>
              <a:buNone/>
              <a:defRPr b="1" sz="34500">
                <a:solidFill>
                  <a:srgbClr val="D9D9D9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D9D9D9"/>
              </a:buClr>
              <a:buSzPts val="34500"/>
              <a:buNone/>
              <a:defRPr b="1" sz="34500">
                <a:solidFill>
                  <a:srgbClr val="D9D9D9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rgbClr val="D9D9D9"/>
              </a:buClr>
              <a:buSzPts val="34500"/>
              <a:buNone/>
              <a:defRPr b="1" sz="34500">
                <a:solidFill>
                  <a:srgbClr val="D9D9D9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rgbClr val="D9D9D9"/>
              </a:buClr>
              <a:buSzPts val="34500"/>
              <a:buNone/>
              <a:defRPr b="1" sz="34500">
                <a:solidFill>
                  <a:srgbClr val="D9D9D9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rgbClr val="D9D9D9"/>
              </a:buClr>
              <a:buSzPts val="34500"/>
              <a:buNone/>
              <a:defRPr b="1" sz="34500">
                <a:solidFill>
                  <a:srgbClr val="D9D9D9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D9D9D9"/>
              </a:buClr>
              <a:buSzPts val="34500"/>
              <a:buNone/>
              <a:defRPr b="1" sz="34500">
                <a:solidFill>
                  <a:srgbClr val="D9D9D9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D9D9D9"/>
              </a:buClr>
              <a:buSzPts val="34500"/>
              <a:buNone/>
              <a:defRPr b="1" sz="34500">
                <a:solidFill>
                  <a:srgbClr val="D9D9D9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rgbClr val="D9D9D9"/>
              </a:buClr>
              <a:buSzPts val="34500"/>
              <a:buNone/>
              <a:defRPr b="1" sz="34500">
                <a:solidFill>
                  <a:srgbClr val="D9D9D9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rgbClr val="D9D9D9"/>
              </a:buClr>
              <a:buSzPts val="34500"/>
              <a:buNone/>
              <a:defRPr b="1" sz="34500">
                <a:solidFill>
                  <a:srgbClr val="D9D9D9"/>
                </a:solidFill>
              </a:defRPr>
            </a:lvl9pPr>
          </a:lstStyle>
          <a:p/>
        </p:txBody>
      </p:sp>
      <p:pic>
        <p:nvPicPr>
          <p:cNvPr id="359" name="Google Shape;35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 - Title">
  <p:cSld name="CUSTOM_2_2_1_3">
    <p:bg>
      <p:bgPr>
        <a:solidFill>
          <a:schemeClr val="lt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64" name="Google Shape;364;p31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365" name="Google Shape;365;p31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366" name="Google Shape;366;p31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31"/>
          <p:cNvSpPr txBox="1"/>
          <p:nvPr>
            <p:ph idx="2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pic>
        <p:nvPicPr>
          <p:cNvPr id="368" name="Google Shape;36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 - Title and text">
  <p:cSld name="CUSTOM_2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72" name="Google Shape;372;p32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73" name="Google Shape;373;p32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374" name="Google Shape;374;p32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375" name="Google Shape;375;p32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6" name="Google Shape;376;p32"/>
          <p:cNvSpPr txBox="1"/>
          <p:nvPr>
            <p:ph idx="2" type="body"/>
          </p:nvPr>
        </p:nvSpPr>
        <p:spPr>
          <a:xfrm>
            <a:off x="468000" y="1278000"/>
            <a:ext cx="6480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7" name="Google Shape;377;p32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pic>
        <p:nvPicPr>
          <p:cNvPr id="378" name="Google Shape;37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 - Title and 2x text">
  <p:cSld name="CUSTOM_2_2_1_1_1_1">
    <p:bg>
      <p:bgPr>
        <a:solidFill>
          <a:schemeClr val="lt1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82" name="Google Shape;382;p33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83" name="Google Shape;383;p33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384" name="Google Shape;384;p33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385" name="Google Shape;385;p33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6" name="Google Shape;386;p33"/>
          <p:cNvSpPr txBox="1"/>
          <p:nvPr>
            <p:ph idx="2" type="body"/>
          </p:nvPr>
        </p:nvSpPr>
        <p:spPr>
          <a:xfrm>
            <a:off x="468000" y="1278000"/>
            <a:ext cx="3888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7" name="Google Shape;387;p33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388" name="Google Shape;388;p33"/>
          <p:cNvSpPr txBox="1"/>
          <p:nvPr>
            <p:ph idx="4" type="body"/>
          </p:nvPr>
        </p:nvSpPr>
        <p:spPr>
          <a:xfrm>
            <a:off x="4788000" y="1278000"/>
            <a:ext cx="3888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id="389" name="Google Shape;38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 - Text and highlight area 1/3">
  <p:cSld name="CUSTOM_2_2_1_1_2_2"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"/>
          <p:cNvSpPr/>
          <p:nvPr/>
        </p:nvSpPr>
        <p:spPr>
          <a:xfrm>
            <a:off x="6084000" y="225"/>
            <a:ext cx="306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4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34"/>
          <p:cNvSpPr txBox="1"/>
          <p:nvPr/>
        </p:nvSpPr>
        <p:spPr>
          <a:xfrm>
            <a:off x="1116000" y="4841100"/>
            <a:ext cx="4536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394" name="Google Shape;394;p34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395" name="Google Shape;395;p34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396" name="Google Shape;396;p34"/>
          <p:cNvSpPr txBox="1"/>
          <p:nvPr>
            <p:ph idx="1" type="body"/>
          </p:nvPr>
        </p:nvSpPr>
        <p:spPr>
          <a:xfrm>
            <a:off x="468025" y="4734000"/>
            <a:ext cx="5184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397" name="Google Shape;397;p34"/>
          <p:cNvSpPr txBox="1"/>
          <p:nvPr>
            <p:ph type="title"/>
          </p:nvPr>
        </p:nvSpPr>
        <p:spPr>
          <a:xfrm>
            <a:off x="468020" y="414000"/>
            <a:ext cx="5184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8" name="Google Shape;398;p34"/>
          <p:cNvSpPr txBox="1"/>
          <p:nvPr>
            <p:ph idx="2" type="body"/>
          </p:nvPr>
        </p:nvSpPr>
        <p:spPr>
          <a:xfrm>
            <a:off x="468000" y="1278000"/>
            <a:ext cx="5184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9" name="Google Shape;399;p34"/>
          <p:cNvSpPr txBox="1"/>
          <p:nvPr>
            <p:ph idx="3" type="subTitle"/>
          </p:nvPr>
        </p:nvSpPr>
        <p:spPr>
          <a:xfrm>
            <a:off x="468000" y="198000"/>
            <a:ext cx="5184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pic>
        <p:nvPicPr>
          <p:cNvPr id="400" name="Google Shape;40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 - Text and highlight area 1/2">
  <p:cSld name="CUSTOM_2_2_1_1_2_1_1"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"/>
          <p:cNvSpPr/>
          <p:nvPr/>
        </p:nvSpPr>
        <p:spPr>
          <a:xfrm>
            <a:off x="4572000" y="2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5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4" name="Google Shape;404;p35"/>
          <p:cNvSpPr txBox="1"/>
          <p:nvPr/>
        </p:nvSpPr>
        <p:spPr>
          <a:xfrm>
            <a:off x="1116000" y="4841100"/>
            <a:ext cx="3240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05" name="Google Shape;405;p35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accent4"/>
                </a:solidFill>
              </a:rPr>
              <a:t>2025-09-05</a:t>
            </a:r>
            <a:endParaRPr sz="600">
              <a:solidFill>
                <a:schemeClr val="accent4"/>
              </a:solidFill>
            </a:endParaRPr>
          </a:p>
        </p:txBody>
      </p:sp>
      <p:sp>
        <p:nvSpPr>
          <p:cNvPr id="406" name="Google Shape;406;p35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407" name="Google Shape;407;p35"/>
          <p:cNvSpPr txBox="1"/>
          <p:nvPr>
            <p:ph idx="1" type="body"/>
          </p:nvPr>
        </p:nvSpPr>
        <p:spPr>
          <a:xfrm>
            <a:off x="468019" y="4734000"/>
            <a:ext cx="3888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408" name="Google Shape;408;p35"/>
          <p:cNvSpPr txBox="1"/>
          <p:nvPr>
            <p:ph type="title"/>
          </p:nvPr>
        </p:nvSpPr>
        <p:spPr>
          <a:xfrm>
            <a:off x="468015" y="414000"/>
            <a:ext cx="3888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9" name="Google Shape;409;p35"/>
          <p:cNvSpPr txBox="1"/>
          <p:nvPr>
            <p:ph idx="2" type="body"/>
          </p:nvPr>
        </p:nvSpPr>
        <p:spPr>
          <a:xfrm>
            <a:off x="468000" y="1278000"/>
            <a:ext cx="3888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0" name="Google Shape;410;p35"/>
          <p:cNvSpPr txBox="1"/>
          <p:nvPr>
            <p:ph idx="3" type="subTitle"/>
          </p:nvPr>
        </p:nvSpPr>
        <p:spPr>
          <a:xfrm>
            <a:off x="468000" y="198000"/>
            <a:ext cx="3888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pic>
        <p:nvPicPr>
          <p:cNvPr id="411" name="Google Shape;41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 - Title and content boxes">
  <p:cSld name="CUSTOM_2_2_1_1_3_1"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6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36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15" name="Google Shape;415;p36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16" name="Google Shape;416;p36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417" name="Google Shape;417;p36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418" name="Google Shape;418;p36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36"/>
          <p:cNvSpPr txBox="1"/>
          <p:nvPr>
            <p:ph idx="2" type="body"/>
          </p:nvPr>
        </p:nvSpPr>
        <p:spPr>
          <a:xfrm>
            <a:off x="468000" y="1278000"/>
            <a:ext cx="2592000" cy="15120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0" name="Google Shape;420;p36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421" name="Google Shape;421;p36"/>
          <p:cNvSpPr txBox="1"/>
          <p:nvPr>
            <p:ph idx="4" type="body"/>
          </p:nvPr>
        </p:nvSpPr>
        <p:spPr>
          <a:xfrm>
            <a:off x="3276000" y="1278000"/>
            <a:ext cx="2592000" cy="15120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2" name="Google Shape;422;p36"/>
          <p:cNvSpPr txBox="1"/>
          <p:nvPr>
            <p:ph idx="5" type="body"/>
          </p:nvPr>
        </p:nvSpPr>
        <p:spPr>
          <a:xfrm>
            <a:off x="6084000" y="1278000"/>
            <a:ext cx="2592000" cy="15120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3" name="Google Shape;423;p36"/>
          <p:cNvSpPr txBox="1"/>
          <p:nvPr>
            <p:ph idx="6" type="body"/>
          </p:nvPr>
        </p:nvSpPr>
        <p:spPr>
          <a:xfrm>
            <a:off x="468000" y="3006000"/>
            <a:ext cx="2592000" cy="15120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4" name="Google Shape;424;p36"/>
          <p:cNvSpPr txBox="1"/>
          <p:nvPr>
            <p:ph idx="7" type="body"/>
          </p:nvPr>
        </p:nvSpPr>
        <p:spPr>
          <a:xfrm>
            <a:off x="3276000" y="3006000"/>
            <a:ext cx="2592000" cy="15120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8" type="body"/>
          </p:nvPr>
        </p:nvSpPr>
        <p:spPr>
          <a:xfrm>
            <a:off x="6084000" y="3006000"/>
            <a:ext cx="2592000" cy="15120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216000" lIns="216000" spcFirstLastPara="1" rIns="216000" wrap="square" tIns="2160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id="426" name="Google Shape;42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 - Text and image">
  <p:cSld name="CUSTOM_2_2_1_1_4_3">
    <p:bg>
      <p:bgPr>
        <a:solidFill>
          <a:schemeClr val="lt1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7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37"/>
          <p:cNvSpPr txBox="1"/>
          <p:nvPr/>
        </p:nvSpPr>
        <p:spPr>
          <a:xfrm>
            <a:off x="1116000" y="4841100"/>
            <a:ext cx="3240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31" name="Google Shape;431;p37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32" name="Google Shape;432;p37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433" name="Google Shape;433;p37"/>
          <p:cNvSpPr txBox="1"/>
          <p:nvPr>
            <p:ph idx="1" type="body"/>
          </p:nvPr>
        </p:nvSpPr>
        <p:spPr>
          <a:xfrm>
            <a:off x="468025" y="4734000"/>
            <a:ext cx="3888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434" name="Google Shape;434;p37"/>
          <p:cNvSpPr txBox="1"/>
          <p:nvPr>
            <p:ph type="title"/>
          </p:nvPr>
        </p:nvSpPr>
        <p:spPr>
          <a:xfrm>
            <a:off x="468015" y="414000"/>
            <a:ext cx="3888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5" name="Google Shape;435;p37"/>
          <p:cNvSpPr txBox="1"/>
          <p:nvPr>
            <p:ph idx="2" type="body"/>
          </p:nvPr>
        </p:nvSpPr>
        <p:spPr>
          <a:xfrm>
            <a:off x="468000" y="1278000"/>
            <a:ext cx="3888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6" name="Google Shape;436;p37"/>
          <p:cNvSpPr txBox="1"/>
          <p:nvPr>
            <p:ph idx="3" type="subTitle"/>
          </p:nvPr>
        </p:nvSpPr>
        <p:spPr>
          <a:xfrm>
            <a:off x="468000" y="198000"/>
            <a:ext cx="3888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437" name="Google Shape;437;p37"/>
          <p:cNvSpPr/>
          <p:nvPr>
            <p:ph idx="4" type="pic"/>
          </p:nvPr>
        </p:nvSpPr>
        <p:spPr>
          <a:xfrm>
            <a:off x="4572000" y="0"/>
            <a:ext cx="45756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 - Text and two images">
  <p:cSld name="CUSTOM_2_2_1_1_4_1_1">
    <p:bg>
      <p:bgPr>
        <a:solidFill>
          <a:schemeClr val="lt1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8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38"/>
          <p:cNvSpPr txBox="1"/>
          <p:nvPr/>
        </p:nvSpPr>
        <p:spPr>
          <a:xfrm>
            <a:off x="1116000" y="4841100"/>
            <a:ext cx="3240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42" name="Google Shape;442;p38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43" name="Google Shape;443;p38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444" name="Google Shape;444;p38"/>
          <p:cNvSpPr txBox="1"/>
          <p:nvPr>
            <p:ph idx="1" type="body"/>
          </p:nvPr>
        </p:nvSpPr>
        <p:spPr>
          <a:xfrm>
            <a:off x="468025" y="4734000"/>
            <a:ext cx="3888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445" name="Google Shape;445;p38"/>
          <p:cNvSpPr txBox="1"/>
          <p:nvPr>
            <p:ph type="title"/>
          </p:nvPr>
        </p:nvSpPr>
        <p:spPr>
          <a:xfrm>
            <a:off x="468015" y="414000"/>
            <a:ext cx="3888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6" name="Google Shape;446;p38"/>
          <p:cNvSpPr txBox="1"/>
          <p:nvPr>
            <p:ph idx="2" type="body"/>
          </p:nvPr>
        </p:nvSpPr>
        <p:spPr>
          <a:xfrm>
            <a:off x="468000" y="1278000"/>
            <a:ext cx="3888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7" name="Google Shape;447;p38"/>
          <p:cNvSpPr txBox="1"/>
          <p:nvPr>
            <p:ph idx="3" type="subTitle"/>
          </p:nvPr>
        </p:nvSpPr>
        <p:spPr>
          <a:xfrm>
            <a:off x="468000" y="198000"/>
            <a:ext cx="3888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448" name="Google Shape;448;p38"/>
          <p:cNvSpPr/>
          <p:nvPr>
            <p:ph idx="4" type="pic"/>
          </p:nvPr>
        </p:nvSpPr>
        <p:spPr>
          <a:xfrm>
            <a:off x="4572000" y="0"/>
            <a:ext cx="4575600" cy="25776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38"/>
          <p:cNvSpPr/>
          <p:nvPr>
            <p:ph idx="5" type="pic"/>
          </p:nvPr>
        </p:nvSpPr>
        <p:spPr>
          <a:xfrm>
            <a:off x="4572000" y="2573075"/>
            <a:ext cx="4575600" cy="257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 - Full-surface image">
  <p:cSld name="CUSTOM_2_2_1_1_4_2_1">
    <p:bg>
      <p:bgPr>
        <a:solidFill>
          <a:schemeClr val="lt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9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39"/>
          <p:cNvSpPr txBox="1"/>
          <p:nvPr/>
        </p:nvSpPr>
        <p:spPr>
          <a:xfrm>
            <a:off x="1116000" y="4841100"/>
            <a:ext cx="3240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54" name="Google Shape;454;p39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456" name="Google Shape;456;p39"/>
          <p:cNvSpPr/>
          <p:nvPr>
            <p:ph idx="2" type="pic"/>
          </p:nvPr>
        </p:nvSpPr>
        <p:spPr>
          <a:xfrm>
            <a:off x="0" y="0"/>
            <a:ext cx="9147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39"/>
          <p:cNvSpPr txBox="1"/>
          <p:nvPr>
            <p:ph idx="1" type="body"/>
          </p:nvPr>
        </p:nvSpPr>
        <p:spPr>
          <a:xfrm>
            <a:off x="468025" y="4734000"/>
            <a:ext cx="3888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458" name="Google Shape;458;p39"/>
          <p:cNvSpPr txBox="1"/>
          <p:nvPr>
            <p:ph type="title"/>
          </p:nvPr>
        </p:nvSpPr>
        <p:spPr>
          <a:xfrm>
            <a:off x="468015" y="414000"/>
            <a:ext cx="3888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9"/>
          <p:cNvSpPr txBox="1"/>
          <p:nvPr>
            <p:ph idx="3" type="subTitle"/>
          </p:nvPr>
        </p:nvSpPr>
        <p:spPr>
          <a:xfrm>
            <a:off x="468000" y="198000"/>
            <a:ext cx="3888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 - Two images with text">
  <p:cSld name="CUSTOM_2_2_1_1_5_2">
    <p:bg>
      <p:bgPr>
        <a:solidFill>
          <a:schemeClr val="lt1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0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40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63" name="Google Shape;463;p40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64" name="Google Shape;464;p40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465" name="Google Shape;465;p40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466" name="Google Shape;466;p40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7" name="Google Shape;467;p40"/>
          <p:cNvSpPr txBox="1"/>
          <p:nvPr>
            <p:ph idx="2" type="body"/>
          </p:nvPr>
        </p:nvSpPr>
        <p:spPr>
          <a:xfrm>
            <a:off x="468000" y="3222000"/>
            <a:ext cx="388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8" name="Google Shape;468;p40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469" name="Google Shape;469;p40"/>
          <p:cNvSpPr/>
          <p:nvPr>
            <p:ph idx="4" type="pic"/>
          </p:nvPr>
        </p:nvSpPr>
        <p:spPr>
          <a:xfrm>
            <a:off x="468000" y="1278000"/>
            <a:ext cx="3888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40"/>
          <p:cNvSpPr txBox="1"/>
          <p:nvPr>
            <p:ph idx="5" type="body"/>
          </p:nvPr>
        </p:nvSpPr>
        <p:spPr>
          <a:xfrm>
            <a:off x="4788000" y="3222000"/>
            <a:ext cx="388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1" name="Google Shape;471;p40"/>
          <p:cNvSpPr/>
          <p:nvPr>
            <p:ph idx="6" type="pic"/>
          </p:nvPr>
        </p:nvSpPr>
        <p:spPr>
          <a:xfrm>
            <a:off x="4788000" y="1278000"/>
            <a:ext cx="3888000" cy="172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72" name="Google Shape;47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 - Three images with text">
  <p:cSld name="CUSTOM_2_2_1_1_5_1_2">
    <p:bg>
      <p:bgPr>
        <a:solidFill>
          <a:schemeClr val="lt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1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5" name="Google Shape;475;p41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76" name="Google Shape;476;p41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77" name="Google Shape;477;p41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478" name="Google Shape;478;p41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479" name="Google Shape;479;p41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0" name="Google Shape;480;p41"/>
          <p:cNvSpPr txBox="1"/>
          <p:nvPr>
            <p:ph idx="2" type="body"/>
          </p:nvPr>
        </p:nvSpPr>
        <p:spPr>
          <a:xfrm>
            <a:off x="468000" y="3222000"/>
            <a:ext cx="2592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1" name="Google Shape;481;p41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482" name="Google Shape;482;p41"/>
          <p:cNvSpPr/>
          <p:nvPr>
            <p:ph idx="4" type="pic"/>
          </p:nvPr>
        </p:nvSpPr>
        <p:spPr>
          <a:xfrm>
            <a:off x="468000" y="1278000"/>
            <a:ext cx="2592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41"/>
          <p:cNvSpPr txBox="1"/>
          <p:nvPr>
            <p:ph idx="5" type="body"/>
          </p:nvPr>
        </p:nvSpPr>
        <p:spPr>
          <a:xfrm>
            <a:off x="3276000" y="3222000"/>
            <a:ext cx="2592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4" name="Google Shape;484;p41"/>
          <p:cNvSpPr/>
          <p:nvPr>
            <p:ph idx="6" type="pic"/>
          </p:nvPr>
        </p:nvSpPr>
        <p:spPr>
          <a:xfrm>
            <a:off x="3276000" y="1278000"/>
            <a:ext cx="2592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5" name="Google Shape;485;p41"/>
          <p:cNvSpPr txBox="1"/>
          <p:nvPr>
            <p:ph idx="7" type="body"/>
          </p:nvPr>
        </p:nvSpPr>
        <p:spPr>
          <a:xfrm>
            <a:off x="6084000" y="3222000"/>
            <a:ext cx="2592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6" name="Google Shape;486;p41"/>
          <p:cNvSpPr/>
          <p:nvPr>
            <p:ph idx="8" type="pic"/>
          </p:nvPr>
        </p:nvSpPr>
        <p:spPr>
          <a:xfrm>
            <a:off x="6084000" y="1278000"/>
            <a:ext cx="2592000" cy="172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87" name="Google Shape;48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 - Four images with text">
  <p:cSld name="CUSTOM_2_2_1_1_5_1_1_1">
    <p:bg>
      <p:bgPr>
        <a:solidFill>
          <a:schemeClr val="lt1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2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0" name="Google Shape;490;p42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91" name="Google Shape;491;p42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492" name="Google Shape;492;p42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493" name="Google Shape;493;p42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494" name="Google Shape;494;p42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5" name="Google Shape;495;p42"/>
          <p:cNvSpPr txBox="1"/>
          <p:nvPr>
            <p:ph idx="2" type="body"/>
          </p:nvPr>
        </p:nvSpPr>
        <p:spPr>
          <a:xfrm>
            <a:off x="468000" y="3222000"/>
            <a:ext cx="172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6" name="Google Shape;496;p42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497" name="Google Shape;497;p42"/>
          <p:cNvSpPr/>
          <p:nvPr>
            <p:ph idx="4" type="pic"/>
          </p:nvPr>
        </p:nvSpPr>
        <p:spPr>
          <a:xfrm>
            <a:off x="468000" y="1278000"/>
            <a:ext cx="1728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42"/>
          <p:cNvSpPr txBox="1"/>
          <p:nvPr>
            <p:ph idx="5" type="body"/>
          </p:nvPr>
        </p:nvSpPr>
        <p:spPr>
          <a:xfrm>
            <a:off x="2628000" y="3222000"/>
            <a:ext cx="172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9" name="Google Shape;499;p42"/>
          <p:cNvSpPr/>
          <p:nvPr>
            <p:ph idx="6" type="pic"/>
          </p:nvPr>
        </p:nvSpPr>
        <p:spPr>
          <a:xfrm>
            <a:off x="2628000" y="1278000"/>
            <a:ext cx="1728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42"/>
          <p:cNvSpPr txBox="1"/>
          <p:nvPr>
            <p:ph idx="7" type="body"/>
          </p:nvPr>
        </p:nvSpPr>
        <p:spPr>
          <a:xfrm>
            <a:off x="4788000" y="3222000"/>
            <a:ext cx="172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1" name="Google Shape;501;p42"/>
          <p:cNvSpPr/>
          <p:nvPr>
            <p:ph idx="8" type="pic"/>
          </p:nvPr>
        </p:nvSpPr>
        <p:spPr>
          <a:xfrm>
            <a:off x="4788000" y="1278000"/>
            <a:ext cx="1728000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42"/>
          <p:cNvSpPr txBox="1"/>
          <p:nvPr>
            <p:ph idx="9" type="body"/>
          </p:nvPr>
        </p:nvSpPr>
        <p:spPr>
          <a:xfrm>
            <a:off x="6948000" y="3222000"/>
            <a:ext cx="17280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3" name="Google Shape;503;p42"/>
          <p:cNvSpPr/>
          <p:nvPr>
            <p:ph idx="13" type="pic"/>
          </p:nvPr>
        </p:nvSpPr>
        <p:spPr>
          <a:xfrm>
            <a:off x="6948000" y="1278000"/>
            <a:ext cx="1728000" cy="172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04" name="Google Shape;504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 - Highlight with text">
  <p:cSld name="CUSTOM_2_2_1_1_6_2">
    <p:bg>
      <p:bgPr>
        <a:solidFill>
          <a:schemeClr val="lt1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3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43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508" name="Google Shape;508;p43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509" name="Google Shape;509;p43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510" name="Google Shape;510;p43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511" name="Google Shape;511;p43"/>
          <p:cNvSpPr txBox="1"/>
          <p:nvPr>
            <p:ph type="title"/>
          </p:nvPr>
        </p:nvSpPr>
        <p:spPr>
          <a:xfrm>
            <a:off x="468025" y="414000"/>
            <a:ext cx="3672000" cy="2376000"/>
          </a:xfrm>
          <a:prstGeom prst="rect">
            <a:avLst/>
          </a:prstGeom>
        </p:spPr>
        <p:txBody>
          <a:bodyPr anchorCtr="0" anchor="t" bIns="0" lIns="0" spcFirstLastPara="1" rIns="0" wrap="square" tIns="9360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12" name="Google Shape;512;p43"/>
          <p:cNvSpPr txBox="1"/>
          <p:nvPr>
            <p:ph idx="2" type="body"/>
          </p:nvPr>
        </p:nvSpPr>
        <p:spPr>
          <a:xfrm>
            <a:off x="468000" y="3006000"/>
            <a:ext cx="2376000" cy="15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3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514" name="Google Shape;514;p43"/>
          <p:cNvSpPr txBox="1"/>
          <p:nvPr>
            <p:ph idx="4" type="body"/>
          </p:nvPr>
        </p:nvSpPr>
        <p:spPr>
          <a:xfrm>
            <a:off x="3276000" y="3006000"/>
            <a:ext cx="2376000" cy="15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5" name="Google Shape;515;p43"/>
          <p:cNvSpPr txBox="1"/>
          <p:nvPr>
            <p:ph idx="5" type="body"/>
          </p:nvPr>
        </p:nvSpPr>
        <p:spPr>
          <a:xfrm>
            <a:off x="6084000" y="3006000"/>
            <a:ext cx="2376000" cy="15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id="516" name="Google Shape;51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 - Highlight with text and images">
  <p:cSld name="CUSTOM_2_2_1_1_6_1_2"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4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9" name="Google Shape;519;p44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520" name="Google Shape;520;p44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521" name="Google Shape;521;p44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522" name="Google Shape;522;p44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523" name="Google Shape;523;p44"/>
          <p:cNvSpPr txBox="1"/>
          <p:nvPr>
            <p:ph type="title"/>
          </p:nvPr>
        </p:nvSpPr>
        <p:spPr>
          <a:xfrm>
            <a:off x="468025" y="414000"/>
            <a:ext cx="3672000" cy="2376000"/>
          </a:xfrm>
          <a:prstGeom prst="rect">
            <a:avLst/>
          </a:prstGeom>
        </p:spPr>
        <p:txBody>
          <a:bodyPr anchorCtr="0" anchor="t" bIns="0" lIns="0" spcFirstLastPara="1" rIns="0" wrap="square" tIns="9360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24" name="Google Shape;524;p44"/>
          <p:cNvSpPr txBox="1"/>
          <p:nvPr>
            <p:ph idx="2" type="body"/>
          </p:nvPr>
        </p:nvSpPr>
        <p:spPr>
          <a:xfrm>
            <a:off x="468000" y="3006000"/>
            <a:ext cx="2376000" cy="15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5" name="Google Shape;525;p44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526" name="Google Shape;526;p44"/>
          <p:cNvSpPr/>
          <p:nvPr>
            <p:ph idx="4" type="pic"/>
          </p:nvPr>
        </p:nvSpPr>
        <p:spPr>
          <a:xfrm>
            <a:off x="5004050" y="846000"/>
            <a:ext cx="3672000" cy="36720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44"/>
          <p:cNvSpPr/>
          <p:nvPr>
            <p:ph idx="5" type="pic"/>
          </p:nvPr>
        </p:nvSpPr>
        <p:spPr>
          <a:xfrm>
            <a:off x="4356000" y="3006000"/>
            <a:ext cx="1944000" cy="1296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28" name="Google Shape;528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 - Highlight with images ">
  <p:cSld name="CUSTOM_2_2_1_1_6_1_1_1">
    <p:bg>
      <p:bgPr>
        <a:solidFill>
          <a:schemeClr val="lt1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5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1" name="Google Shape;531;p45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532" name="Google Shape;532;p45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533" name="Google Shape;533;p45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534" name="Google Shape;534;p45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535" name="Google Shape;535;p45"/>
          <p:cNvSpPr txBox="1"/>
          <p:nvPr>
            <p:ph type="title"/>
          </p:nvPr>
        </p:nvSpPr>
        <p:spPr>
          <a:xfrm>
            <a:off x="468025" y="414000"/>
            <a:ext cx="3672000" cy="2376000"/>
          </a:xfrm>
          <a:prstGeom prst="rect">
            <a:avLst/>
          </a:prstGeom>
        </p:spPr>
        <p:txBody>
          <a:bodyPr anchorCtr="0" anchor="t" bIns="0" lIns="0" spcFirstLastPara="1" rIns="0" wrap="square" tIns="9360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36" name="Google Shape;536;p45"/>
          <p:cNvSpPr txBox="1"/>
          <p:nvPr>
            <p:ph idx="2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1100"/>
              <a:buNone/>
              <a:defRPr/>
            </a:lvl9pPr>
          </a:lstStyle>
          <a:p/>
        </p:txBody>
      </p:sp>
      <p:sp>
        <p:nvSpPr>
          <p:cNvPr id="537" name="Google Shape;537;p45"/>
          <p:cNvSpPr/>
          <p:nvPr>
            <p:ph idx="3" type="pic"/>
          </p:nvPr>
        </p:nvSpPr>
        <p:spPr>
          <a:xfrm>
            <a:off x="5004050" y="846000"/>
            <a:ext cx="3672000" cy="36720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5"/>
          <p:cNvSpPr/>
          <p:nvPr>
            <p:ph idx="4" type="pic"/>
          </p:nvPr>
        </p:nvSpPr>
        <p:spPr>
          <a:xfrm>
            <a:off x="4356000" y="3006000"/>
            <a:ext cx="1944000" cy="12960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5"/>
          <p:cNvSpPr/>
          <p:nvPr>
            <p:ph idx="5" type="pic"/>
          </p:nvPr>
        </p:nvSpPr>
        <p:spPr>
          <a:xfrm>
            <a:off x="2412000" y="3006000"/>
            <a:ext cx="1944000" cy="12960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5"/>
          <p:cNvSpPr/>
          <p:nvPr>
            <p:ph idx="6" type="pic"/>
          </p:nvPr>
        </p:nvSpPr>
        <p:spPr>
          <a:xfrm>
            <a:off x="468025" y="3006000"/>
            <a:ext cx="1944000" cy="1296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41" name="Google Shape;541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 - Quote">
  <p:cSld name="CUSTOM_2_2_2_1">
    <p:bg>
      <p:bgPr>
        <a:solidFill>
          <a:schemeClr val="lt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46"/>
          <p:cNvGrpSpPr/>
          <p:nvPr/>
        </p:nvGrpSpPr>
        <p:grpSpPr>
          <a:xfrm>
            <a:off x="6759590" y="2142003"/>
            <a:ext cx="2455591" cy="2698416"/>
            <a:chOff x="6759590" y="2142003"/>
            <a:chExt cx="2455591" cy="2698416"/>
          </a:xfrm>
        </p:grpSpPr>
        <p:sp>
          <p:nvSpPr>
            <p:cNvPr id="544" name="Google Shape;544;p46"/>
            <p:cNvSpPr/>
            <p:nvPr/>
          </p:nvSpPr>
          <p:spPr>
            <a:xfrm>
              <a:off x="6759590" y="2142003"/>
              <a:ext cx="1052128" cy="2698416"/>
            </a:xfrm>
            <a:custGeom>
              <a:rect b="b" l="l" r="r" t="t"/>
              <a:pathLst>
                <a:path extrusionOk="0" h="2753486" w="1199006">
                  <a:moveTo>
                    <a:pt x="91726" y="0"/>
                  </a:moveTo>
                  <a:lnTo>
                    <a:pt x="91726" y="1198912"/>
                  </a:lnTo>
                  <a:lnTo>
                    <a:pt x="631031" y="1198912"/>
                  </a:lnTo>
                  <a:cubicBezTo>
                    <a:pt x="619601" y="1516285"/>
                    <a:pt x="563118" y="1765840"/>
                    <a:pt x="461772" y="1947482"/>
                  </a:cubicBezTo>
                  <a:cubicBezTo>
                    <a:pt x="360426" y="2129123"/>
                    <a:pt x="206502" y="2261997"/>
                    <a:pt x="0" y="2346198"/>
                  </a:cubicBezTo>
                  <a:lnTo>
                    <a:pt x="252413" y="2753487"/>
                  </a:lnTo>
                  <a:cubicBezTo>
                    <a:pt x="600456" y="2596706"/>
                    <a:pt x="856679" y="2363438"/>
                    <a:pt x="1021175" y="2053685"/>
                  </a:cubicBezTo>
                  <a:cubicBezTo>
                    <a:pt x="1139762" y="1828038"/>
                    <a:pt x="1199007" y="1459039"/>
                    <a:pt x="1199007" y="946595"/>
                  </a:cubicBezTo>
                  <a:lnTo>
                    <a:pt x="1199007" y="0"/>
                  </a:lnTo>
                  <a:lnTo>
                    <a:pt x="917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35550" lIns="71100" spcFirstLastPara="1" rIns="71100" wrap="square" tIns="35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8163053" y="2142003"/>
              <a:ext cx="1052129" cy="2698416"/>
            </a:xfrm>
            <a:custGeom>
              <a:rect b="b" l="l" r="r" t="t"/>
              <a:pathLst>
                <a:path extrusionOk="0" h="2753486" w="1199007">
                  <a:moveTo>
                    <a:pt x="91726" y="0"/>
                  </a:moveTo>
                  <a:lnTo>
                    <a:pt x="91726" y="1198912"/>
                  </a:lnTo>
                  <a:lnTo>
                    <a:pt x="631031" y="1198912"/>
                  </a:lnTo>
                  <a:cubicBezTo>
                    <a:pt x="619601" y="1516285"/>
                    <a:pt x="563118" y="1765840"/>
                    <a:pt x="461772" y="1947482"/>
                  </a:cubicBezTo>
                  <a:cubicBezTo>
                    <a:pt x="360426" y="2129123"/>
                    <a:pt x="206502" y="2261997"/>
                    <a:pt x="0" y="2346198"/>
                  </a:cubicBezTo>
                  <a:lnTo>
                    <a:pt x="252413" y="2753487"/>
                  </a:lnTo>
                  <a:cubicBezTo>
                    <a:pt x="600456" y="2596706"/>
                    <a:pt x="856679" y="2363438"/>
                    <a:pt x="1021175" y="2053685"/>
                  </a:cubicBezTo>
                  <a:cubicBezTo>
                    <a:pt x="1139762" y="1828038"/>
                    <a:pt x="1199007" y="1459039"/>
                    <a:pt x="1199007" y="946595"/>
                  </a:cubicBezTo>
                  <a:lnTo>
                    <a:pt x="1199007" y="0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35550" lIns="71100" spcFirstLastPara="1" rIns="71100" wrap="square" tIns="35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6" name="Google Shape;546;p46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7" name="Google Shape;547;p46"/>
          <p:cNvSpPr txBox="1"/>
          <p:nvPr/>
        </p:nvSpPr>
        <p:spPr>
          <a:xfrm>
            <a:off x="1116000" y="4841100"/>
            <a:ext cx="367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548" name="Google Shape;548;p46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549" name="Google Shape;549;p46"/>
          <p:cNvSpPr txBox="1"/>
          <p:nvPr>
            <p:ph idx="1" type="body"/>
          </p:nvPr>
        </p:nvSpPr>
        <p:spPr>
          <a:xfrm>
            <a:off x="468025" y="4734000"/>
            <a:ext cx="432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550" name="Google Shape;550;p46"/>
          <p:cNvSpPr txBox="1"/>
          <p:nvPr>
            <p:ph type="ctrTitle"/>
          </p:nvPr>
        </p:nvSpPr>
        <p:spPr>
          <a:xfrm>
            <a:off x="468000" y="1062000"/>
            <a:ext cx="5400000" cy="34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51" name="Google Shape;551;p46"/>
          <p:cNvSpPr txBox="1"/>
          <p:nvPr>
            <p:ph idx="2" type="subTitle"/>
          </p:nvPr>
        </p:nvSpPr>
        <p:spPr>
          <a:xfrm>
            <a:off x="469275" y="630000"/>
            <a:ext cx="5400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2" name="Google Shape;552;p46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pic>
        <p:nvPicPr>
          <p:cNvPr id="553" name="Google Shape;55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 - Contact one person">
  <p:cSld name="CUSTOM_2_2_1_1_7_2">
    <p:bg>
      <p:bgPr>
        <a:solidFill>
          <a:schemeClr val="lt1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7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6" name="Google Shape;556;p47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557" name="Google Shape;557;p47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558" name="Google Shape;558;p47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559" name="Google Shape;559;p47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560" name="Google Shape;560;p47"/>
          <p:cNvSpPr txBox="1"/>
          <p:nvPr>
            <p:ph type="title"/>
          </p:nvPr>
        </p:nvSpPr>
        <p:spPr>
          <a:xfrm>
            <a:off x="4788000" y="3438000"/>
            <a:ext cx="3888000" cy="1080000"/>
          </a:xfrm>
          <a:prstGeom prst="rect">
            <a:avLst/>
          </a:prstGeom>
        </p:spPr>
        <p:txBody>
          <a:bodyPr anchorCtr="0" anchor="b" bIns="10800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1" name="Google Shape;561;p47"/>
          <p:cNvSpPr txBox="1"/>
          <p:nvPr>
            <p:ph idx="2" type="body"/>
          </p:nvPr>
        </p:nvSpPr>
        <p:spPr>
          <a:xfrm>
            <a:off x="4788000" y="630000"/>
            <a:ext cx="2160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62" name="Google Shape;562;p47"/>
          <p:cNvSpPr txBox="1"/>
          <p:nvPr>
            <p:ph idx="3" type="body"/>
          </p:nvPr>
        </p:nvSpPr>
        <p:spPr>
          <a:xfrm>
            <a:off x="4788000" y="1278000"/>
            <a:ext cx="2160000" cy="8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600"/>
              </a:spcBef>
              <a:spcAft>
                <a:spcPts val="6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63" name="Google Shape;563;p47"/>
          <p:cNvSpPr/>
          <p:nvPr>
            <p:ph idx="4" type="pic"/>
          </p:nvPr>
        </p:nvSpPr>
        <p:spPr>
          <a:xfrm>
            <a:off x="466300" y="630000"/>
            <a:ext cx="3888000" cy="388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64" name="Google Shape;56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 - Contact three people">
  <p:cSld name="CUSTOM_2_2_1_1_7_1_2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8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>
            <a:lvl1pPr lvl="0">
              <a:buNone/>
              <a:defRPr sz="600">
                <a:solidFill>
                  <a:srgbClr val="CCCCCC"/>
                </a:solidFill>
              </a:defRPr>
            </a:lvl1pPr>
            <a:lvl2pPr lvl="1">
              <a:buNone/>
              <a:defRPr sz="600">
                <a:solidFill>
                  <a:srgbClr val="CCCCCC"/>
                </a:solidFill>
              </a:defRPr>
            </a:lvl2pPr>
            <a:lvl3pPr lvl="2">
              <a:buNone/>
              <a:defRPr sz="600">
                <a:solidFill>
                  <a:srgbClr val="CCCCCC"/>
                </a:solidFill>
              </a:defRPr>
            </a:lvl3pPr>
            <a:lvl4pPr lvl="3">
              <a:buNone/>
              <a:defRPr sz="600">
                <a:solidFill>
                  <a:srgbClr val="CCCCCC"/>
                </a:solidFill>
              </a:defRPr>
            </a:lvl4pPr>
            <a:lvl5pPr lvl="4">
              <a:buNone/>
              <a:defRPr sz="600">
                <a:solidFill>
                  <a:srgbClr val="CCCCCC"/>
                </a:solidFill>
              </a:defRPr>
            </a:lvl5pPr>
            <a:lvl6pPr lvl="5">
              <a:buNone/>
              <a:defRPr sz="600">
                <a:solidFill>
                  <a:srgbClr val="CCCCCC"/>
                </a:solidFill>
              </a:defRPr>
            </a:lvl6pPr>
            <a:lvl7pPr lvl="6">
              <a:buNone/>
              <a:defRPr sz="600">
                <a:solidFill>
                  <a:srgbClr val="CCCCCC"/>
                </a:solidFill>
              </a:defRPr>
            </a:lvl7pPr>
            <a:lvl8pPr lvl="7">
              <a:buNone/>
              <a:defRPr sz="600">
                <a:solidFill>
                  <a:srgbClr val="CCCCCC"/>
                </a:solidFill>
              </a:defRPr>
            </a:lvl8pPr>
            <a:lvl9pPr lvl="8">
              <a:buNone/>
              <a:defRPr sz="600">
                <a:solidFill>
                  <a:srgbClr val="CCCCCC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7" name="Google Shape;567;p48"/>
          <p:cNvSpPr txBox="1"/>
          <p:nvPr/>
        </p:nvSpPr>
        <p:spPr>
          <a:xfrm>
            <a:off x="1116000" y="4841100"/>
            <a:ext cx="6912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Replace footer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568" name="Google Shape;568;p48"/>
          <p:cNvSpPr txBox="1"/>
          <p:nvPr/>
        </p:nvSpPr>
        <p:spPr>
          <a:xfrm>
            <a:off x="8028000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</a:rPr>
              <a:t>2025-09-05</a:t>
            </a:r>
            <a:endParaRPr sz="600">
              <a:solidFill>
                <a:srgbClr val="CCCCCC"/>
              </a:solidFill>
            </a:endParaRPr>
          </a:p>
        </p:txBody>
      </p:sp>
      <p:sp>
        <p:nvSpPr>
          <p:cNvPr id="569" name="Google Shape;569;p48"/>
          <p:cNvSpPr txBox="1"/>
          <p:nvPr/>
        </p:nvSpPr>
        <p:spPr>
          <a:xfrm>
            <a:off x="468025" y="4841100"/>
            <a:ext cx="648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CCCC"/>
                </a:solidFill>
              </a:rPr>
              <a:t>Schwarz Digits</a:t>
            </a:r>
            <a:endParaRPr b="1" sz="600">
              <a:solidFill>
                <a:srgbClr val="CCCCCC"/>
              </a:solidFill>
            </a:endParaRPr>
          </a:p>
        </p:txBody>
      </p:sp>
      <p:sp>
        <p:nvSpPr>
          <p:cNvPr id="570" name="Google Shape;570;p48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●"/>
              <a:defRPr sz="600">
                <a:solidFill>
                  <a:srgbClr val="CCCCCC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○"/>
              <a:defRPr sz="600">
                <a:solidFill>
                  <a:srgbClr val="CCCCCC"/>
                </a:solidFill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Char char="■"/>
              <a:defRPr sz="600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571" name="Google Shape;571;p48"/>
          <p:cNvSpPr txBox="1"/>
          <p:nvPr>
            <p:ph type="title"/>
          </p:nvPr>
        </p:nvSpPr>
        <p:spPr>
          <a:xfrm>
            <a:off x="468000" y="198000"/>
            <a:ext cx="3888000" cy="1296000"/>
          </a:xfrm>
          <a:prstGeom prst="rect">
            <a:avLst/>
          </a:prstGeom>
        </p:spPr>
        <p:txBody>
          <a:bodyPr anchorCtr="0" anchor="t" bIns="0" lIns="0" spcFirstLastPara="1" rIns="0" wrap="square" tIns="25200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2" name="Google Shape;572;p48"/>
          <p:cNvSpPr txBox="1"/>
          <p:nvPr>
            <p:ph idx="2" type="body"/>
          </p:nvPr>
        </p:nvSpPr>
        <p:spPr>
          <a:xfrm>
            <a:off x="468000" y="2358000"/>
            <a:ext cx="2376000" cy="216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216000" lIns="216000" spcFirstLastPara="1" rIns="216000" wrap="square" tIns="5760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73" name="Google Shape;573;p48"/>
          <p:cNvSpPr/>
          <p:nvPr>
            <p:ph idx="3" type="pic"/>
          </p:nvPr>
        </p:nvSpPr>
        <p:spPr>
          <a:xfrm>
            <a:off x="1764000" y="1926000"/>
            <a:ext cx="864000" cy="864000"/>
          </a:xfrm>
          <a:prstGeom prst="rect">
            <a:avLst/>
          </a:prstGeom>
          <a:noFill/>
          <a:ln>
            <a:noFill/>
          </a:ln>
        </p:spPr>
      </p:sp>
      <p:sp>
        <p:nvSpPr>
          <p:cNvPr id="574" name="Google Shape;574;p48"/>
          <p:cNvSpPr txBox="1"/>
          <p:nvPr>
            <p:ph idx="4" type="body"/>
          </p:nvPr>
        </p:nvSpPr>
        <p:spPr>
          <a:xfrm>
            <a:off x="684000" y="3438000"/>
            <a:ext cx="1944000" cy="8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600"/>
              </a:spcBef>
              <a:spcAft>
                <a:spcPts val="6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75" name="Google Shape;575;p48"/>
          <p:cNvSpPr txBox="1"/>
          <p:nvPr>
            <p:ph idx="5" type="body"/>
          </p:nvPr>
        </p:nvSpPr>
        <p:spPr>
          <a:xfrm>
            <a:off x="3276000" y="2358000"/>
            <a:ext cx="2376000" cy="216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216000" lIns="216000" spcFirstLastPara="1" rIns="216000" wrap="square" tIns="5760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76" name="Google Shape;576;p48"/>
          <p:cNvSpPr/>
          <p:nvPr>
            <p:ph idx="6" type="pic"/>
          </p:nvPr>
        </p:nvSpPr>
        <p:spPr>
          <a:xfrm>
            <a:off x="4572000" y="1926000"/>
            <a:ext cx="864000" cy="864000"/>
          </a:xfrm>
          <a:prstGeom prst="rect">
            <a:avLst/>
          </a:prstGeom>
          <a:noFill/>
          <a:ln>
            <a:noFill/>
          </a:ln>
        </p:spPr>
      </p:sp>
      <p:sp>
        <p:nvSpPr>
          <p:cNvPr id="577" name="Google Shape;577;p48"/>
          <p:cNvSpPr txBox="1"/>
          <p:nvPr>
            <p:ph idx="7" type="body"/>
          </p:nvPr>
        </p:nvSpPr>
        <p:spPr>
          <a:xfrm>
            <a:off x="3492000" y="3438000"/>
            <a:ext cx="1944000" cy="8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600"/>
              </a:spcBef>
              <a:spcAft>
                <a:spcPts val="6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78" name="Google Shape;578;p48"/>
          <p:cNvSpPr txBox="1"/>
          <p:nvPr>
            <p:ph idx="8" type="body"/>
          </p:nvPr>
        </p:nvSpPr>
        <p:spPr>
          <a:xfrm>
            <a:off x="6084000" y="2358000"/>
            <a:ext cx="2376000" cy="216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216000" lIns="216000" spcFirstLastPara="1" rIns="216000" wrap="square" tIns="5760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1pPr>
            <a:lvl2pPr indent="-323850" lvl="1" marL="914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2pPr>
            <a:lvl3pPr indent="-323850" lvl="2" marL="1371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3pPr>
            <a:lvl4pPr indent="-323850" lvl="3" marL="18288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4pPr>
            <a:lvl5pPr indent="-323850" lvl="4" marL="2286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5pPr>
            <a:lvl6pPr indent="-323850" lvl="5" marL="27432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6pPr>
            <a:lvl7pPr indent="-323850" lvl="6" marL="32004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b="1" sz="1500">
                <a:solidFill>
                  <a:schemeClr val="accent1"/>
                </a:solidFill>
              </a:defRPr>
            </a:lvl7pPr>
            <a:lvl8pPr indent="-323850" lvl="7" marL="36576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 b="1" sz="1500">
                <a:solidFill>
                  <a:schemeClr val="accent1"/>
                </a:solidFill>
              </a:defRPr>
            </a:lvl8pPr>
            <a:lvl9pPr indent="-323850" lvl="8" marL="41148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500"/>
              <a:buChar char="■"/>
              <a:defRPr b="1"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79" name="Google Shape;579;p48"/>
          <p:cNvSpPr/>
          <p:nvPr>
            <p:ph idx="9" type="pic"/>
          </p:nvPr>
        </p:nvSpPr>
        <p:spPr>
          <a:xfrm>
            <a:off x="7380000" y="1926000"/>
            <a:ext cx="864000" cy="8640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8"/>
          <p:cNvSpPr txBox="1"/>
          <p:nvPr>
            <p:ph idx="13" type="body"/>
          </p:nvPr>
        </p:nvSpPr>
        <p:spPr>
          <a:xfrm>
            <a:off x="6300000" y="3438000"/>
            <a:ext cx="1944000" cy="8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6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6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600"/>
              </a:spcBef>
              <a:spcAft>
                <a:spcPts val="600"/>
              </a:spcAft>
              <a:buSzPts val="900"/>
              <a:buChar char="■"/>
              <a:defRPr sz="900"/>
            </a:lvl9pPr>
          </a:lstStyle>
          <a:p/>
        </p:txBody>
      </p:sp>
      <p:pic>
        <p:nvPicPr>
          <p:cNvPr id="581" name="Google Shape;581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536" y="323892"/>
            <a:ext cx="863913" cy="20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 - End slide">
  <p:cSld name="CUSTOM_2_2_1_1_7_1_1_1">
    <p:bg>
      <p:bgPr>
        <a:solidFill>
          <a:schemeClr val="lt1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9"/>
          <p:cNvSpPr txBox="1"/>
          <p:nvPr>
            <p:ph idx="12" type="sldNum"/>
          </p:nvPr>
        </p:nvSpPr>
        <p:spPr>
          <a:xfrm>
            <a:off x="252009" y="4841701"/>
            <a:ext cx="219600" cy="301800"/>
          </a:xfrm>
          <a:prstGeom prst="rect">
            <a:avLst/>
          </a:prstGeom>
        </p:spPr>
        <p:txBody>
          <a:bodyPr anchorCtr="0" anchor="t" bIns="0" lIns="0" spcFirstLastPara="1" rIns="0" wrap="square" tIns="365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4" name="Google Shape;58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549" y="2208430"/>
            <a:ext cx="3023700" cy="726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68000" y="1278000"/>
            <a:ext cx="648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2pPr>
            <a:lvl3pPr indent="-298450" lvl="2" marL="13716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3pPr>
            <a:lvl4pPr indent="-298450" lvl="3" marL="18288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4pPr>
            <a:lvl5pPr indent="-298450" lvl="4" marL="22860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5pPr>
            <a:lvl6pPr indent="-298450" lvl="5" marL="2743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6pPr>
            <a:lvl7pPr indent="-298450" lvl="6" marL="32004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7pPr>
            <a:lvl8pPr indent="-298450" lvl="7" marL="36576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8pPr>
            <a:lvl9pPr indent="-298450" lvl="8" marL="411480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52009" y="4841701"/>
            <a:ext cx="219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>
            <a:lvl1pPr lvl="0">
              <a:buNone/>
              <a:defRPr sz="600">
                <a:solidFill>
                  <a:schemeClr val="dk1"/>
                </a:solidFill>
              </a:defRPr>
            </a:lvl1pPr>
            <a:lvl2pPr lvl="1">
              <a:buNone/>
              <a:defRPr sz="600">
                <a:solidFill>
                  <a:schemeClr val="dk1"/>
                </a:solidFill>
              </a:defRPr>
            </a:lvl2pPr>
            <a:lvl3pPr lvl="2">
              <a:buNone/>
              <a:defRPr sz="600">
                <a:solidFill>
                  <a:schemeClr val="dk1"/>
                </a:solidFill>
              </a:defRPr>
            </a:lvl3pPr>
            <a:lvl4pPr lvl="3">
              <a:buNone/>
              <a:defRPr sz="600">
                <a:solidFill>
                  <a:schemeClr val="dk1"/>
                </a:solidFill>
              </a:defRPr>
            </a:lvl4pPr>
            <a:lvl5pPr lvl="4">
              <a:buNone/>
              <a:defRPr sz="600">
                <a:solidFill>
                  <a:schemeClr val="dk1"/>
                </a:solidFill>
              </a:defRPr>
            </a:lvl5pPr>
            <a:lvl6pPr lvl="5">
              <a:buNone/>
              <a:defRPr sz="600">
                <a:solidFill>
                  <a:schemeClr val="dk1"/>
                </a:solidFill>
              </a:defRPr>
            </a:lvl6pPr>
            <a:lvl7pPr lvl="6">
              <a:buNone/>
              <a:defRPr sz="600">
                <a:solidFill>
                  <a:schemeClr val="dk1"/>
                </a:solidFill>
              </a:defRPr>
            </a:lvl7pPr>
            <a:lvl8pPr lvl="7">
              <a:buNone/>
              <a:defRPr sz="600">
                <a:solidFill>
                  <a:schemeClr val="dk1"/>
                </a:solidFill>
              </a:defRPr>
            </a:lvl8pPr>
            <a:lvl9pPr lvl="8">
              <a:buNone/>
              <a:defRPr sz="600"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B7B7B7"/>
          </p15:clr>
        </p15:guide>
        <p15:guide id="2" orient="horz" pos="125">
          <p15:clr>
            <a:srgbClr val="E46962"/>
          </p15:clr>
        </p15:guide>
        <p15:guide id="3" pos="295">
          <p15:clr>
            <a:srgbClr val="E46962"/>
          </p15:clr>
        </p15:guide>
        <p15:guide id="4" pos="431">
          <p15:clr>
            <a:srgbClr val="B7B7B7"/>
          </p15:clr>
        </p15:guide>
        <p15:guide id="5" pos="567">
          <p15:clr>
            <a:srgbClr val="B7B7B7"/>
          </p15:clr>
        </p15:guide>
        <p15:guide id="6" pos="703">
          <p15:clr>
            <a:srgbClr val="B7B7B7"/>
          </p15:clr>
        </p15:guide>
        <p15:guide id="7" pos="839">
          <p15:clr>
            <a:srgbClr val="B7B7B7"/>
          </p15:clr>
        </p15:guide>
        <p15:guide id="8" pos="975">
          <p15:clr>
            <a:srgbClr val="B7B7B7"/>
          </p15:clr>
        </p15:guide>
        <p15:guide id="9" pos="1111">
          <p15:clr>
            <a:srgbClr val="B7B7B7"/>
          </p15:clr>
        </p15:guide>
        <p15:guide id="10" pos="1247">
          <p15:clr>
            <a:srgbClr val="B7B7B7"/>
          </p15:clr>
        </p15:guide>
        <p15:guide id="11" pos="1383">
          <p15:clr>
            <a:srgbClr val="B7B7B7"/>
          </p15:clr>
        </p15:guide>
        <p15:guide id="12" pos="1519">
          <p15:clr>
            <a:srgbClr val="B7B7B7"/>
          </p15:clr>
        </p15:guide>
        <p15:guide id="13" pos="1655">
          <p15:clr>
            <a:srgbClr val="B7B7B7"/>
          </p15:clr>
        </p15:guide>
        <p15:guide id="14" pos="1791">
          <p15:clr>
            <a:srgbClr val="B7B7B7"/>
          </p15:clr>
        </p15:guide>
        <p15:guide id="15" pos="1928">
          <p15:clr>
            <a:srgbClr val="B7B7B7"/>
          </p15:clr>
        </p15:guide>
        <p15:guide id="16" pos="2064">
          <p15:clr>
            <a:srgbClr val="B7B7B7"/>
          </p15:clr>
        </p15:guide>
        <p15:guide id="17" pos="2200">
          <p15:clr>
            <a:srgbClr val="B7B7B7"/>
          </p15:clr>
        </p15:guide>
        <p15:guide id="18" pos="2336">
          <p15:clr>
            <a:srgbClr val="B7B7B7"/>
          </p15:clr>
        </p15:guide>
        <p15:guide id="19" pos="2472">
          <p15:clr>
            <a:srgbClr val="B7B7B7"/>
          </p15:clr>
        </p15:guide>
        <p15:guide id="20" pos="2608">
          <p15:clr>
            <a:srgbClr val="B7B7B7"/>
          </p15:clr>
        </p15:guide>
        <p15:guide id="21" pos="2744">
          <p15:clr>
            <a:srgbClr val="B7B7B7"/>
          </p15:clr>
        </p15:guide>
        <p15:guide id="22" pos="2880">
          <p15:clr>
            <a:srgbClr val="E46962"/>
          </p15:clr>
        </p15:guide>
        <p15:guide id="23" pos="3016">
          <p15:clr>
            <a:srgbClr val="B7B7B7"/>
          </p15:clr>
        </p15:guide>
        <p15:guide id="24" pos="3152">
          <p15:clr>
            <a:srgbClr val="B7B7B7"/>
          </p15:clr>
        </p15:guide>
        <p15:guide id="25" pos="3288">
          <p15:clr>
            <a:srgbClr val="B7B7B7"/>
          </p15:clr>
        </p15:guide>
        <p15:guide id="26" pos="3424">
          <p15:clr>
            <a:srgbClr val="B7B7B7"/>
          </p15:clr>
        </p15:guide>
        <p15:guide id="27" pos="3560">
          <p15:clr>
            <a:srgbClr val="B7B7B7"/>
          </p15:clr>
        </p15:guide>
        <p15:guide id="28" pos="3696">
          <p15:clr>
            <a:srgbClr val="B7B7B7"/>
          </p15:clr>
        </p15:guide>
        <p15:guide id="29" pos="3832">
          <p15:clr>
            <a:srgbClr val="B7B7B7"/>
          </p15:clr>
        </p15:guide>
        <p15:guide id="30" pos="3969">
          <p15:clr>
            <a:srgbClr val="B7B7B7"/>
          </p15:clr>
        </p15:guide>
        <p15:guide id="31" pos="4105">
          <p15:clr>
            <a:srgbClr val="B7B7B7"/>
          </p15:clr>
        </p15:guide>
        <p15:guide id="32" pos="4241">
          <p15:clr>
            <a:srgbClr val="B7B7B7"/>
          </p15:clr>
        </p15:guide>
        <p15:guide id="33" pos="4377">
          <p15:clr>
            <a:srgbClr val="B7B7B7"/>
          </p15:clr>
        </p15:guide>
        <p15:guide id="34" pos="4513">
          <p15:clr>
            <a:srgbClr val="B7B7B7"/>
          </p15:clr>
        </p15:guide>
        <p15:guide id="35" pos="4649">
          <p15:clr>
            <a:srgbClr val="B7B7B7"/>
          </p15:clr>
        </p15:guide>
        <p15:guide id="36" orient="horz" pos="261">
          <p15:clr>
            <a:srgbClr val="B7B7B7"/>
          </p15:clr>
        </p15:guide>
        <p15:guide id="37" orient="horz" pos="397">
          <p15:clr>
            <a:srgbClr val="B7B7B7"/>
          </p15:clr>
        </p15:guide>
        <p15:guide id="38" orient="horz" pos="533">
          <p15:clr>
            <a:srgbClr val="B7B7B7"/>
          </p15:clr>
        </p15:guide>
        <p15:guide id="39" orient="horz" pos="669">
          <p15:clr>
            <a:srgbClr val="E46962"/>
          </p15:clr>
        </p15:guide>
        <p15:guide id="40" orient="horz" pos="805">
          <p15:clr>
            <a:srgbClr val="E46962"/>
          </p15:clr>
        </p15:guide>
        <p15:guide id="41" orient="horz" pos="941">
          <p15:clr>
            <a:srgbClr val="B7B7B7"/>
          </p15:clr>
        </p15:guide>
        <p15:guide id="42" orient="horz" pos="1077">
          <p15:clr>
            <a:srgbClr val="B7B7B7"/>
          </p15:clr>
        </p15:guide>
        <p15:guide id="43" orient="horz" pos="1213">
          <p15:clr>
            <a:srgbClr val="B7B7B7"/>
          </p15:clr>
        </p15:guide>
        <p15:guide id="44" orient="horz" pos="1349">
          <p15:clr>
            <a:srgbClr val="B7B7B7"/>
          </p15:clr>
        </p15:guide>
        <p15:guide id="45" orient="horz" pos="1485">
          <p15:clr>
            <a:srgbClr val="B7B7B7"/>
          </p15:clr>
        </p15:guide>
        <p15:guide id="46" orient="horz" pos="1621">
          <p15:clr>
            <a:srgbClr val="B7B7B7"/>
          </p15:clr>
        </p15:guide>
        <p15:guide id="47" orient="horz" pos="1757">
          <p15:clr>
            <a:srgbClr val="B7B7B7"/>
          </p15:clr>
        </p15:guide>
        <p15:guide id="48" orient="horz" pos="1894">
          <p15:clr>
            <a:srgbClr val="B7B7B7"/>
          </p15:clr>
        </p15:guide>
        <p15:guide id="49" orient="horz" pos="2030">
          <p15:clr>
            <a:srgbClr val="B7B7B7"/>
          </p15:clr>
        </p15:guide>
        <p15:guide id="50" orient="horz" pos="2166">
          <p15:clr>
            <a:srgbClr val="B7B7B7"/>
          </p15:clr>
        </p15:guide>
        <p15:guide id="51" orient="horz" pos="2302">
          <p15:clr>
            <a:srgbClr val="B7B7B7"/>
          </p15:clr>
        </p15:guide>
        <p15:guide id="52" orient="horz" pos="2438">
          <p15:clr>
            <a:srgbClr val="B7B7B7"/>
          </p15:clr>
        </p15:guide>
        <p15:guide id="53" orient="horz" pos="2574">
          <p15:clr>
            <a:srgbClr val="B7B7B7"/>
          </p15:clr>
        </p15:guide>
        <p15:guide id="54" orient="horz" pos="2710">
          <p15:clr>
            <a:srgbClr val="B7B7B7"/>
          </p15:clr>
        </p15:guide>
        <p15:guide id="55" orient="horz" pos="2846">
          <p15:clr>
            <a:srgbClr val="E46962"/>
          </p15:clr>
        </p15:guide>
        <p15:guide id="56" orient="horz" pos="2982">
          <p15:clr>
            <a:srgbClr val="E46962"/>
          </p15:clr>
        </p15:guide>
        <p15:guide id="57" orient="horz" pos="3118">
          <p15:clr>
            <a:srgbClr val="B7B7B7"/>
          </p15:clr>
        </p15:guide>
        <p15:guide id="58" pos="4785">
          <p15:clr>
            <a:srgbClr val="B7B7B7"/>
          </p15:clr>
        </p15:guide>
        <p15:guide id="59" pos="4921">
          <p15:clr>
            <a:srgbClr val="B7B7B7"/>
          </p15:clr>
        </p15:guide>
        <p15:guide id="60" pos="5057">
          <p15:clr>
            <a:srgbClr val="B7B7B7"/>
          </p15:clr>
        </p15:guide>
        <p15:guide id="61" pos="5193">
          <p15:clr>
            <a:srgbClr val="B7B7B7"/>
          </p15:clr>
        </p15:guide>
        <p15:guide id="62" pos="5329">
          <p15:clr>
            <a:srgbClr val="B7B7B7"/>
          </p15:clr>
        </p15:guide>
        <p15:guide id="63" pos="5465">
          <p15:clr>
            <a:srgbClr val="E46962"/>
          </p15:clr>
        </p15:guide>
        <p15:guide id="64" pos="560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0"/>
          <p:cNvSpPr txBox="1"/>
          <p:nvPr>
            <p:ph type="ctrTitle"/>
          </p:nvPr>
        </p:nvSpPr>
        <p:spPr>
          <a:xfrm>
            <a:off x="468000" y="1926000"/>
            <a:ext cx="5832000" cy="216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Introduction to STACKIT RAG-Template </a:t>
            </a:r>
            <a:endParaRPr/>
          </a:p>
        </p:txBody>
      </p:sp>
      <p:sp>
        <p:nvSpPr>
          <p:cNvPr id="590" name="Google Shape;590;p50"/>
          <p:cNvSpPr txBox="1"/>
          <p:nvPr>
            <p:ph idx="12" type="sldNum"/>
          </p:nvPr>
        </p:nvSpPr>
        <p:spPr>
          <a:xfrm>
            <a:off x="252009" y="4841701"/>
            <a:ext cx="219600" cy="301800"/>
          </a:xfrm>
          <a:prstGeom prst="rect">
            <a:avLst/>
          </a:prstGeom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50"/>
          <p:cNvSpPr txBox="1"/>
          <p:nvPr>
            <p:ph idx="1" type="subTitle"/>
          </p:nvPr>
        </p:nvSpPr>
        <p:spPr>
          <a:xfrm>
            <a:off x="469275" y="4302000"/>
            <a:ext cx="5832000" cy="2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1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51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51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STACKIT RAG-Template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</p:txBody>
      </p:sp>
      <p:sp>
        <p:nvSpPr>
          <p:cNvPr id="599" name="Google Shape;599;p51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you get out of the box?</a:t>
            </a:r>
            <a:endParaRPr/>
          </a:p>
        </p:txBody>
      </p:sp>
      <p:sp>
        <p:nvSpPr>
          <p:cNvPr id="600" name="Google Shape;600;p51"/>
          <p:cNvSpPr txBox="1"/>
          <p:nvPr>
            <p:ph idx="2" type="body"/>
          </p:nvPr>
        </p:nvSpPr>
        <p:spPr>
          <a:xfrm>
            <a:off x="468000" y="1278000"/>
            <a:ext cx="6480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Easy and intuitive user interfaces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Support of multiple file formats and remote sources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Answers backed by </a:t>
            </a:r>
            <a:r>
              <a:rPr lang="en"/>
              <a:t>reference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Support of Ollama and OpenAI-Compatible LLMs/Embeddings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Deployment locally and remote in k8s-Cluster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Debugging capabilities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Tracing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Evaluation endpoint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Easy adoptable RAG for your use case needs (Dependency injection pattern)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Regular dependency and security updates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Tilt/k3d setup script &amp; Helm chart with all necessary dependencies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 the fly adjustable prompt template &amp; model parameters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Basic Auth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etc.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2"/>
          <p:cNvSpPr txBox="1"/>
          <p:nvPr>
            <p:ph idx="12" type="sldNum"/>
          </p:nvPr>
        </p:nvSpPr>
        <p:spPr>
          <a:xfrm>
            <a:off x="252000" y="4841100"/>
            <a:ext cx="216000" cy="302400"/>
          </a:xfrm>
          <a:prstGeom prst="rect">
            <a:avLst/>
          </a:prstGeom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p52"/>
          <p:cNvSpPr txBox="1"/>
          <p:nvPr>
            <p:ph idx="1" type="body"/>
          </p:nvPr>
        </p:nvSpPr>
        <p:spPr>
          <a:xfrm>
            <a:off x="468025" y="4734000"/>
            <a:ext cx="7560000" cy="10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52"/>
          <p:cNvSpPr txBox="1"/>
          <p:nvPr>
            <p:ph type="title"/>
          </p:nvPr>
        </p:nvSpPr>
        <p:spPr>
          <a:xfrm>
            <a:off x="468025" y="414000"/>
            <a:ext cx="6480000" cy="6480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Newest developments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</p:txBody>
      </p:sp>
      <p:sp>
        <p:nvSpPr>
          <p:cNvPr id="608" name="Google Shape;608;p52"/>
          <p:cNvSpPr txBox="1"/>
          <p:nvPr>
            <p:ph idx="3" type="subTitle"/>
          </p:nvPr>
        </p:nvSpPr>
        <p:spPr>
          <a:xfrm>
            <a:off x="468000" y="198000"/>
            <a:ext cx="6480000" cy="21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new?</a:t>
            </a:r>
            <a:endParaRPr/>
          </a:p>
        </p:txBody>
      </p:sp>
      <p:sp>
        <p:nvSpPr>
          <p:cNvPr id="609" name="Google Shape;609;p52"/>
          <p:cNvSpPr txBox="1"/>
          <p:nvPr>
            <p:ph idx="2" type="body"/>
          </p:nvPr>
        </p:nvSpPr>
        <p:spPr>
          <a:xfrm>
            <a:off x="468000" y="1278000"/>
            <a:ext cx="6480000" cy="32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New source types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MCP server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Revised answer generation graph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Semantic chunking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Easy rebranding of the frontends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Terraform files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Proper release </a:t>
            </a:r>
            <a:r>
              <a:rPr lang="en"/>
              <a:t>management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Pypi-packages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Migration to monorepo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Generic exponential retry decorator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etc.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ACKIT - Google Slides">
  <a:themeElements>
    <a:clrScheme name="Simple Light">
      <a:dk1>
        <a:srgbClr val="0A1E2D"/>
      </a:dk1>
      <a:lt1>
        <a:srgbClr val="FFFFFF"/>
      </a:lt1>
      <a:dk2>
        <a:srgbClr val="0A1E2D"/>
      </a:dk2>
      <a:lt2>
        <a:srgbClr val="FFFFFF"/>
      </a:lt2>
      <a:accent1>
        <a:srgbClr val="00C3CD"/>
      </a:accent1>
      <a:accent2>
        <a:srgbClr val="039AA5"/>
      </a:accent2>
      <a:accent3>
        <a:srgbClr val="05717D"/>
      </a:accent3>
      <a:accent4>
        <a:srgbClr val="084755"/>
      </a:accent4>
      <a:accent5>
        <a:srgbClr val="FF7D00"/>
      </a:accent5>
      <a:accent6>
        <a:srgbClr val="FBB374"/>
      </a:accent6>
      <a:hlink>
        <a:srgbClr val="0A1E2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